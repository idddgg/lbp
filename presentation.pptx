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6" r:id="rId5"/>
    <p:sldId id="260" r:id="rId6"/>
    <p:sldId id="331" r:id="rId7"/>
    <p:sldId id="490" r:id="rId8"/>
    <p:sldId id="496" r:id="rId9"/>
    <p:sldId id="503" r:id="rId10"/>
    <p:sldId id="487" r:id="rId11"/>
    <p:sldId id="515" r:id="rId12"/>
    <p:sldId id="524" r:id="rId13"/>
    <p:sldId id="516" r:id="rId14"/>
    <p:sldId id="504" r:id="rId15"/>
    <p:sldId id="501" r:id="rId16"/>
    <p:sldId id="525" r:id="rId17"/>
  </p:sldIdLst>
  <p:sldSz cx="12192000" cy="6858000"/>
  <p:notesSz cx="9144000" cy="6858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MBLZ" pitchFamily="2" charset="0"/>
      <p:regular r:id="rId24"/>
      <p:bold r:id="rId25"/>
    </p:embeddedFont>
    <p:embeddedFont>
      <p:font typeface="MBLZ Bold" pitchFamily="2" charset="0"/>
      <p:bold r:id="rId26"/>
    </p:embeddedFont>
    <p:embeddedFont>
      <p:font typeface="MBLZ text" pitchFamily="2" charset="0"/>
      <p:regular r:id="rId27"/>
    </p:embeddedFont>
    <p:embeddedFont>
      <p:font typeface="MBLZ Title" pitchFamily="2" charset="0"/>
      <p:bold r:id="rId2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60" userDrawn="1">
          <p15:clr>
            <a:srgbClr val="A4A3A4"/>
          </p15:clr>
        </p15:guide>
        <p15:guide id="3" orient="horz" pos="1392" userDrawn="1">
          <p15:clr>
            <a:srgbClr val="A4A3A4"/>
          </p15:clr>
        </p15:guide>
        <p15:guide id="4" orient="horz" pos="1571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0AC2E"/>
    <a:srgbClr val="A7D971"/>
    <a:srgbClr val="141414"/>
    <a:srgbClr val="191919"/>
    <a:srgbClr val="D7D7D7"/>
    <a:srgbClr val="C8C8C8"/>
    <a:srgbClr val="E6E6E6"/>
    <a:srgbClr val="BEBEBE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9F3E84-E6D5-4A51-A1CC-C843625526EE}" v="99" dt="2026-06-22T15:12:59.2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>
        <p:guide orient="horz" pos="2260"/>
        <p:guide orient="horz" pos="1392"/>
        <p:guide orient="horz" pos="15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MOUH Imad (renexter)" userId="cf1710d5-d54e-4d76-ab00-b0d53d94130f" providerId="ADAL" clId="{DD92B6FB-CA2B-4563-B1C7-315C86D530F2}"/>
    <pc:docChg chg="undo custSel modSld">
      <pc:chgData name="GAMOUH Imad (renexter)" userId="cf1710d5-d54e-4d76-ab00-b0d53d94130f" providerId="ADAL" clId="{DD92B6FB-CA2B-4563-B1C7-315C86D530F2}" dt="2026-06-22T15:12:59.266" v="170" actId="20577"/>
      <pc:docMkLst>
        <pc:docMk/>
      </pc:docMkLst>
      <pc:sldChg chg="modSp mod">
        <pc:chgData name="GAMOUH Imad (renexter)" userId="cf1710d5-d54e-4d76-ab00-b0d53d94130f" providerId="ADAL" clId="{DD92B6FB-CA2B-4563-B1C7-315C86D530F2}" dt="2026-06-22T14:43:07.260" v="35" actId="20577"/>
        <pc:sldMkLst>
          <pc:docMk/>
          <pc:sldMk cId="777994775" sldId="504"/>
        </pc:sldMkLst>
        <pc:spChg chg="mod">
          <ac:chgData name="GAMOUH Imad (renexter)" userId="cf1710d5-d54e-4d76-ab00-b0d53d94130f" providerId="ADAL" clId="{DD92B6FB-CA2B-4563-B1C7-315C86D530F2}" dt="2026-06-22T14:43:07.260" v="35" actId="20577"/>
          <ac:spMkLst>
            <pc:docMk/>
            <pc:sldMk cId="777994775" sldId="504"/>
            <ac:spMk id="71" creationId="{49FA7084-D1BC-EF5A-EEC2-D7F6831C6B54}"/>
          </ac:spMkLst>
        </pc:spChg>
      </pc:sldChg>
      <pc:sldChg chg="modSp mod">
        <pc:chgData name="GAMOUH Imad (renexter)" userId="cf1710d5-d54e-4d76-ab00-b0d53d94130f" providerId="ADAL" clId="{DD92B6FB-CA2B-4563-B1C7-315C86D530F2}" dt="2026-06-22T15:12:59.266" v="170" actId="20577"/>
        <pc:sldMkLst>
          <pc:docMk/>
          <pc:sldMk cId="946737478" sldId="515"/>
        </pc:sldMkLst>
        <pc:spChg chg="mod">
          <ac:chgData name="GAMOUH Imad (renexter)" userId="cf1710d5-d54e-4d76-ab00-b0d53d94130f" providerId="ADAL" clId="{DD92B6FB-CA2B-4563-B1C7-315C86D530F2}" dt="2026-06-22T15:12:59.266" v="170" actId="20577"/>
          <ac:spMkLst>
            <pc:docMk/>
            <pc:sldMk cId="946737478" sldId="515"/>
            <ac:spMk id="21" creationId="{A6F4795F-9FA1-CD28-5B9D-16CC4CB61FAE}"/>
          </ac:spMkLst>
        </pc:spChg>
        <pc:spChg chg="mod">
          <ac:chgData name="GAMOUH Imad (renexter)" userId="cf1710d5-d54e-4d76-ab00-b0d53d94130f" providerId="ADAL" clId="{DD92B6FB-CA2B-4563-B1C7-315C86D530F2}" dt="2026-06-22T15:12:52.373" v="149" actId="20577"/>
          <ac:spMkLst>
            <pc:docMk/>
            <pc:sldMk cId="946737478" sldId="515"/>
            <ac:spMk id="23" creationId="{28628F69-232D-2713-429D-A559063D37B9}"/>
          </ac:spMkLst>
        </pc:spChg>
        <pc:spChg chg="mod">
          <ac:chgData name="GAMOUH Imad (renexter)" userId="cf1710d5-d54e-4d76-ab00-b0d53d94130f" providerId="ADAL" clId="{DD92B6FB-CA2B-4563-B1C7-315C86D530F2}" dt="2026-06-22T15:12:15.405" v="106" actId="1035"/>
          <ac:spMkLst>
            <pc:docMk/>
            <pc:sldMk cId="946737478" sldId="515"/>
            <ac:spMk id="24" creationId="{5794F98E-880C-390E-8EBB-0FBE8B69BDD2}"/>
          </ac:spMkLst>
        </pc:spChg>
        <pc:spChg chg="mod">
          <ac:chgData name="GAMOUH Imad (renexter)" userId="cf1710d5-d54e-4d76-ab00-b0d53d94130f" providerId="ADAL" clId="{DD92B6FB-CA2B-4563-B1C7-315C86D530F2}" dt="2026-06-22T15:12:16.534" v="107" actId="1036"/>
          <ac:spMkLst>
            <pc:docMk/>
            <pc:sldMk cId="946737478" sldId="515"/>
            <ac:spMk id="25" creationId="{5A758F98-76C9-B8AC-AA96-A790EDA5AB90}"/>
          </ac:spMkLst>
        </pc:spChg>
      </pc:sldChg>
      <pc:sldChg chg="modSp mod">
        <pc:chgData name="GAMOUH Imad (renexter)" userId="cf1710d5-d54e-4d76-ab00-b0d53d94130f" providerId="ADAL" clId="{DD92B6FB-CA2B-4563-B1C7-315C86D530F2}" dt="2026-06-22T14:59:02.540" v="37" actId="1076"/>
        <pc:sldMkLst>
          <pc:docMk/>
          <pc:sldMk cId="837109261" sldId="524"/>
        </pc:sldMkLst>
        <pc:graphicFrameChg chg="mod modGraphic">
          <ac:chgData name="GAMOUH Imad (renexter)" userId="cf1710d5-d54e-4d76-ab00-b0d53d94130f" providerId="ADAL" clId="{DD92B6FB-CA2B-4563-B1C7-315C86D530F2}" dt="2026-06-22T14:59:02.540" v="37" actId="1076"/>
          <ac:graphicFrameMkLst>
            <pc:docMk/>
            <pc:sldMk cId="837109261" sldId="524"/>
            <ac:graphicFrameMk id="17" creationId="{13FB7905-369A-EA12-7518-2091E792D171}"/>
          </ac:graphicFrameMkLst>
        </pc:graphicFrameChg>
      </pc:sldChg>
      <pc:sldChg chg="modSp mod">
        <pc:chgData name="GAMOUH Imad (renexter)" userId="cf1710d5-d54e-4d76-ab00-b0d53d94130f" providerId="ADAL" clId="{DD92B6FB-CA2B-4563-B1C7-315C86D530F2}" dt="2026-06-22T09:54:35.778" v="31" actId="20577"/>
        <pc:sldMkLst>
          <pc:docMk/>
          <pc:sldMk cId="1799008470" sldId="525"/>
        </pc:sldMkLst>
        <pc:spChg chg="mod">
          <ac:chgData name="GAMOUH Imad (renexter)" userId="cf1710d5-d54e-4d76-ab00-b0d53d94130f" providerId="ADAL" clId="{DD92B6FB-CA2B-4563-B1C7-315C86D530F2}" dt="2026-06-22T09:54:35.778" v="31" actId="20577"/>
          <ac:spMkLst>
            <pc:docMk/>
            <pc:sldMk cId="1799008470" sldId="525"/>
            <ac:spMk id="18" creationId="{7040122B-2747-2513-36C6-F8EAC245BF3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44CB89-78A3-4C02-8E8E-4D5C5C2367A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B0FF32-9AD6-49A7-AE15-4A5A94A1ED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u="sng" dirty="0"/>
            <a:t>Objectif :</a:t>
          </a:r>
          <a:r>
            <a:rPr lang="en-US" sz="2000" b="1" dirty="0"/>
            <a:t> Garantir</a:t>
          </a:r>
          <a:r>
            <a:rPr lang="fr-FR" sz="2000" b="0" dirty="0"/>
            <a:t> la fiabilité et la structure de nos données : nettoyage des données </a:t>
          </a:r>
          <a:r>
            <a:rPr lang="fr-FR" sz="2000" dirty="0"/>
            <a:t>pour des analyses fiables et correctes.</a:t>
          </a:r>
        </a:p>
      </dgm:t>
    </dgm:pt>
    <dgm:pt modelId="{D829E543-A57C-4325-9EFA-D04970846FC1}" type="parTrans" cxnId="{82B287C2-AAB5-4236-BDC5-31A66D8713FE}">
      <dgm:prSet/>
      <dgm:spPr/>
      <dgm:t>
        <a:bodyPr/>
        <a:lstStyle/>
        <a:p>
          <a:endParaRPr lang="en-US"/>
        </a:p>
      </dgm:t>
    </dgm:pt>
    <dgm:pt modelId="{36640B82-286E-413B-9B8C-E0DCA57A8547}" type="sibTrans" cxnId="{82B287C2-AAB5-4236-BDC5-31A66D8713FE}">
      <dgm:prSet/>
      <dgm:spPr/>
      <dgm:t>
        <a:bodyPr/>
        <a:lstStyle/>
        <a:p>
          <a:endParaRPr lang="en-US"/>
        </a:p>
      </dgm:t>
    </dgm:pt>
    <dgm:pt modelId="{7A95E787-13FE-434A-B6E0-0F9D3C60FF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u="sng" dirty="0">
              <a:solidFill>
                <a:schemeClr val="tx1"/>
              </a:solidFill>
            </a:rPr>
            <a:t>Approche :</a:t>
          </a:r>
          <a:r>
            <a:rPr lang="en-US" sz="2000" dirty="0">
              <a:solidFill>
                <a:schemeClr val="tx1"/>
              </a:solidFill>
            </a:rPr>
            <a:t> S</a:t>
          </a:r>
          <a:r>
            <a:rPr lang="fr-FR" sz="2000" dirty="0"/>
            <a:t>uppression des doublons, traitement des valeurs manquantes et des incohérences pour stabiliser la base de données</a:t>
          </a:r>
          <a:endParaRPr lang="fr-FR" sz="2000" dirty="0">
            <a:solidFill>
              <a:schemeClr val="tx1"/>
            </a:solidFill>
          </a:endParaRPr>
        </a:p>
      </dgm:t>
    </dgm:pt>
    <dgm:pt modelId="{B7260C7A-3D38-4CD4-AA5E-2B7AB331C7E8}" type="parTrans" cxnId="{72718AD9-D86E-4B92-9C72-565D267F6DB6}">
      <dgm:prSet/>
      <dgm:spPr/>
      <dgm:t>
        <a:bodyPr/>
        <a:lstStyle/>
        <a:p>
          <a:endParaRPr lang="en-US"/>
        </a:p>
      </dgm:t>
    </dgm:pt>
    <dgm:pt modelId="{91EF10CC-949B-4458-9307-09B0EC599F8B}" type="sibTrans" cxnId="{72718AD9-D86E-4B92-9C72-565D267F6DB6}">
      <dgm:prSet/>
      <dgm:spPr/>
      <dgm:t>
        <a:bodyPr/>
        <a:lstStyle/>
        <a:p>
          <a:endParaRPr lang="en-US"/>
        </a:p>
      </dgm:t>
    </dgm:pt>
    <dgm:pt modelId="{E976902C-FCA5-47D9-8E09-14F1C2E32F7B}" type="pres">
      <dgm:prSet presAssocID="{4444CB89-78A3-4C02-8E8E-4D5C5C2367AD}" presName="root" presStyleCnt="0">
        <dgm:presLayoutVars>
          <dgm:dir/>
          <dgm:resizeHandles val="exact"/>
        </dgm:presLayoutVars>
      </dgm:prSet>
      <dgm:spPr/>
    </dgm:pt>
    <dgm:pt modelId="{92D9850D-9296-45F6-9F60-AA7529BB7A90}" type="pres">
      <dgm:prSet presAssocID="{C5B0FF32-9AD6-49A7-AE15-4A5A94A1EDE8}" presName="compNode" presStyleCnt="0"/>
      <dgm:spPr/>
    </dgm:pt>
    <dgm:pt modelId="{AC0141D2-CCEB-4D1B-AB6E-4417BF93BE23}" type="pres">
      <dgm:prSet presAssocID="{C5B0FF32-9AD6-49A7-AE15-4A5A94A1EDE8}" presName="bgRect" presStyleLbl="bgShp" presStyleIdx="0" presStyleCnt="2"/>
      <dgm:spPr/>
    </dgm:pt>
    <dgm:pt modelId="{D107973E-209E-4674-BEF0-1FE03D7B768A}" type="pres">
      <dgm:prSet presAssocID="{C5B0FF32-9AD6-49A7-AE15-4A5A94A1EDE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459183C4-243F-4FDE-B591-82A81A38D81A}" type="pres">
      <dgm:prSet presAssocID="{C5B0FF32-9AD6-49A7-AE15-4A5A94A1EDE8}" presName="spaceRect" presStyleCnt="0"/>
      <dgm:spPr/>
    </dgm:pt>
    <dgm:pt modelId="{F6C44C07-ECEC-4389-8615-A90F5D8E30B7}" type="pres">
      <dgm:prSet presAssocID="{C5B0FF32-9AD6-49A7-AE15-4A5A94A1EDE8}" presName="parTx" presStyleLbl="revTx" presStyleIdx="0" presStyleCnt="2">
        <dgm:presLayoutVars>
          <dgm:chMax val="0"/>
          <dgm:chPref val="0"/>
        </dgm:presLayoutVars>
      </dgm:prSet>
      <dgm:spPr/>
    </dgm:pt>
    <dgm:pt modelId="{7525C0C2-E618-4CD2-9EB2-840FC5ACF185}" type="pres">
      <dgm:prSet presAssocID="{36640B82-286E-413B-9B8C-E0DCA57A8547}" presName="sibTrans" presStyleCnt="0"/>
      <dgm:spPr/>
    </dgm:pt>
    <dgm:pt modelId="{55ED35A2-2058-4FC9-AA7A-E6EAB89FC4CA}" type="pres">
      <dgm:prSet presAssocID="{7A95E787-13FE-434A-B6E0-0F9D3C60FF88}" presName="compNode" presStyleCnt="0"/>
      <dgm:spPr/>
    </dgm:pt>
    <dgm:pt modelId="{C7DA4D24-4125-48EB-A313-F9A6AA030DFB}" type="pres">
      <dgm:prSet presAssocID="{7A95E787-13FE-434A-B6E0-0F9D3C60FF88}" presName="bgRect" presStyleLbl="bgShp" presStyleIdx="1" presStyleCnt="2"/>
      <dgm:spPr/>
    </dgm:pt>
    <dgm:pt modelId="{D93E7710-B23B-4145-94B9-A518CB7BC63A}" type="pres">
      <dgm:prSet presAssocID="{7A95E787-13FE-434A-B6E0-0F9D3C60FF8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330F69F4-9ED8-4D3F-BEF2-92649DF0451C}" type="pres">
      <dgm:prSet presAssocID="{7A95E787-13FE-434A-B6E0-0F9D3C60FF88}" presName="spaceRect" presStyleCnt="0"/>
      <dgm:spPr/>
    </dgm:pt>
    <dgm:pt modelId="{32A3BC6A-6AAF-408B-8A6B-6AD1EB47D62D}" type="pres">
      <dgm:prSet presAssocID="{7A95E787-13FE-434A-B6E0-0F9D3C60FF8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747E26E-66CD-4546-8034-989CFBAE1B7F}" type="presOf" srcId="{7A95E787-13FE-434A-B6E0-0F9D3C60FF88}" destId="{32A3BC6A-6AAF-408B-8A6B-6AD1EB47D62D}" srcOrd="0" destOrd="0" presId="urn:microsoft.com/office/officeart/2018/2/layout/IconVerticalSolidList"/>
    <dgm:cxn modelId="{7F265876-8A93-4A36-8A76-4F2409D495EB}" type="presOf" srcId="{4444CB89-78A3-4C02-8E8E-4D5C5C2367AD}" destId="{E976902C-FCA5-47D9-8E09-14F1C2E32F7B}" srcOrd="0" destOrd="0" presId="urn:microsoft.com/office/officeart/2018/2/layout/IconVerticalSolidList"/>
    <dgm:cxn modelId="{0C25C558-4FC5-480F-8148-DD8DA07A071B}" type="presOf" srcId="{C5B0FF32-9AD6-49A7-AE15-4A5A94A1EDE8}" destId="{F6C44C07-ECEC-4389-8615-A90F5D8E30B7}" srcOrd="0" destOrd="0" presId="urn:microsoft.com/office/officeart/2018/2/layout/IconVerticalSolidList"/>
    <dgm:cxn modelId="{82B287C2-AAB5-4236-BDC5-31A66D8713FE}" srcId="{4444CB89-78A3-4C02-8E8E-4D5C5C2367AD}" destId="{C5B0FF32-9AD6-49A7-AE15-4A5A94A1EDE8}" srcOrd="0" destOrd="0" parTransId="{D829E543-A57C-4325-9EFA-D04970846FC1}" sibTransId="{36640B82-286E-413B-9B8C-E0DCA57A8547}"/>
    <dgm:cxn modelId="{72718AD9-D86E-4B92-9C72-565D267F6DB6}" srcId="{4444CB89-78A3-4C02-8E8E-4D5C5C2367AD}" destId="{7A95E787-13FE-434A-B6E0-0F9D3C60FF88}" srcOrd="1" destOrd="0" parTransId="{B7260C7A-3D38-4CD4-AA5E-2B7AB331C7E8}" sibTransId="{91EF10CC-949B-4458-9307-09B0EC599F8B}"/>
    <dgm:cxn modelId="{65BBE865-829D-400F-838E-A235CAFBF350}" type="presParOf" srcId="{E976902C-FCA5-47D9-8E09-14F1C2E32F7B}" destId="{92D9850D-9296-45F6-9F60-AA7529BB7A90}" srcOrd="0" destOrd="0" presId="urn:microsoft.com/office/officeart/2018/2/layout/IconVerticalSolidList"/>
    <dgm:cxn modelId="{E9F6714D-C0CF-44C8-BBDA-C97D7462C977}" type="presParOf" srcId="{92D9850D-9296-45F6-9F60-AA7529BB7A90}" destId="{AC0141D2-CCEB-4D1B-AB6E-4417BF93BE23}" srcOrd="0" destOrd="0" presId="urn:microsoft.com/office/officeart/2018/2/layout/IconVerticalSolidList"/>
    <dgm:cxn modelId="{D70B0806-2254-4705-A4F7-F476B0A11F81}" type="presParOf" srcId="{92D9850D-9296-45F6-9F60-AA7529BB7A90}" destId="{D107973E-209E-4674-BEF0-1FE03D7B768A}" srcOrd="1" destOrd="0" presId="urn:microsoft.com/office/officeart/2018/2/layout/IconVerticalSolidList"/>
    <dgm:cxn modelId="{3D4888FC-9E1B-42EC-A6A0-E0DAD62EFB3C}" type="presParOf" srcId="{92D9850D-9296-45F6-9F60-AA7529BB7A90}" destId="{459183C4-243F-4FDE-B591-82A81A38D81A}" srcOrd="2" destOrd="0" presId="urn:microsoft.com/office/officeart/2018/2/layout/IconVerticalSolidList"/>
    <dgm:cxn modelId="{E9863918-19B1-4F9E-89F9-A650A55AB84D}" type="presParOf" srcId="{92D9850D-9296-45F6-9F60-AA7529BB7A90}" destId="{F6C44C07-ECEC-4389-8615-A90F5D8E30B7}" srcOrd="3" destOrd="0" presId="urn:microsoft.com/office/officeart/2018/2/layout/IconVerticalSolidList"/>
    <dgm:cxn modelId="{CD96D746-8E45-4556-BB79-8381FF779108}" type="presParOf" srcId="{E976902C-FCA5-47D9-8E09-14F1C2E32F7B}" destId="{7525C0C2-E618-4CD2-9EB2-840FC5ACF185}" srcOrd="1" destOrd="0" presId="urn:microsoft.com/office/officeart/2018/2/layout/IconVerticalSolidList"/>
    <dgm:cxn modelId="{1A879AA7-A665-4CF1-A354-90EFC7338B45}" type="presParOf" srcId="{E976902C-FCA5-47D9-8E09-14F1C2E32F7B}" destId="{55ED35A2-2058-4FC9-AA7A-E6EAB89FC4CA}" srcOrd="2" destOrd="0" presId="urn:microsoft.com/office/officeart/2018/2/layout/IconVerticalSolidList"/>
    <dgm:cxn modelId="{40CC153C-C1A2-4EE4-A4BB-58BC0721A557}" type="presParOf" srcId="{55ED35A2-2058-4FC9-AA7A-E6EAB89FC4CA}" destId="{C7DA4D24-4125-48EB-A313-F9A6AA030DFB}" srcOrd="0" destOrd="0" presId="urn:microsoft.com/office/officeart/2018/2/layout/IconVerticalSolidList"/>
    <dgm:cxn modelId="{CF1C1B69-3C19-46D8-A9D2-3EDDEAB33469}" type="presParOf" srcId="{55ED35A2-2058-4FC9-AA7A-E6EAB89FC4CA}" destId="{D93E7710-B23B-4145-94B9-A518CB7BC63A}" srcOrd="1" destOrd="0" presId="urn:microsoft.com/office/officeart/2018/2/layout/IconVerticalSolidList"/>
    <dgm:cxn modelId="{553A049E-39EB-48CA-BDC4-50B47CFECB65}" type="presParOf" srcId="{55ED35A2-2058-4FC9-AA7A-E6EAB89FC4CA}" destId="{330F69F4-9ED8-4D3F-BEF2-92649DF0451C}" srcOrd="2" destOrd="0" presId="urn:microsoft.com/office/officeart/2018/2/layout/IconVerticalSolidList"/>
    <dgm:cxn modelId="{209EAC83-5327-4E49-84BF-4014E78C037E}" type="presParOf" srcId="{55ED35A2-2058-4FC9-AA7A-E6EAB89FC4CA}" destId="{32A3BC6A-6AAF-408B-8A6B-6AD1EB47D6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141D2-CCEB-4D1B-AB6E-4417BF93BE23}">
      <dsp:nvSpPr>
        <dsp:cNvPr id="0" name=""/>
        <dsp:cNvSpPr/>
      </dsp:nvSpPr>
      <dsp:spPr>
        <a:xfrm>
          <a:off x="0" y="766167"/>
          <a:ext cx="10833099" cy="14144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07973E-209E-4674-BEF0-1FE03D7B768A}">
      <dsp:nvSpPr>
        <dsp:cNvPr id="0" name=""/>
        <dsp:cNvSpPr/>
      </dsp:nvSpPr>
      <dsp:spPr>
        <a:xfrm>
          <a:off x="427874" y="1084421"/>
          <a:ext cx="777954" cy="7779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44C07-ECEC-4389-8615-A90F5D8E30B7}">
      <dsp:nvSpPr>
        <dsp:cNvPr id="0" name=""/>
        <dsp:cNvSpPr/>
      </dsp:nvSpPr>
      <dsp:spPr>
        <a:xfrm>
          <a:off x="1633704" y="766167"/>
          <a:ext cx="9199395" cy="1414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697" tIns="149697" rIns="149697" bIns="1496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Objectif :</a:t>
          </a:r>
          <a:r>
            <a:rPr lang="en-US" sz="2000" b="1" kern="1200" dirty="0"/>
            <a:t> Garantir</a:t>
          </a:r>
          <a:r>
            <a:rPr lang="fr-FR" sz="2000" b="0" kern="1200" dirty="0"/>
            <a:t> la fiabilité et la structure de nos données : nettoyage des données </a:t>
          </a:r>
          <a:r>
            <a:rPr lang="fr-FR" sz="2000" kern="1200" dirty="0"/>
            <a:t>pour des analyses fiables et correctes.</a:t>
          </a:r>
        </a:p>
      </dsp:txBody>
      <dsp:txXfrm>
        <a:off x="1633704" y="766167"/>
        <a:ext cx="9199395" cy="1414462"/>
      </dsp:txXfrm>
    </dsp:sp>
    <dsp:sp modelId="{C7DA4D24-4125-48EB-A313-F9A6AA030DFB}">
      <dsp:nvSpPr>
        <dsp:cNvPr id="0" name=""/>
        <dsp:cNvSpPr/>
      </dsp:nvSpPr>
      <dsp:spPr>
        <a:xfrm>
          <a:off x="0" y="2534245"/>
          <a:ext cx="10833099" cy="14144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3E7710-B23B-4145-94B9-A518CB7BC63A}">
      <dsp:nvSpPr>
        <dsp:cNvPr id="0" name=""/>
        <dsp:cNvSpPr/>
      </dsp:nvSpPr>
      <dsp:spPr>
        <a:xfrm>
          <a:off x="427874" y="2852499"/>
          <a:ext cx="777954" cy="7779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3BC6A-6AAF-408B-8A6B-6AD1EB47D62D}">
      <dsp:nvSpPr>
        <dsp:cNvPr id="0" name=""/>
        <dsp:cNvSpPr/>
      </dsp:nvSpPr>
      <dsp:spPr>
        <a:xfrm>
          <a:off x="1633704" y="2534245"/>
          <a:ext cx="9199395" cy="1414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697" tIns="149697" rIns="149697" bIns="1496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u="sng" kern="1200" dirty="0">
              <a:solidFill>
                <a:schemeClr val="tx1"/>
              </a:solidFill>
            </a:rPr>
            <a:t>Approche :</a:t>
          </a:r>
          <a:r>
            <a:rPr lang="en-US" sz="2000" kern="1200" dirty="0">
              <a:solidFill>
                <a:schemeClr val="tx1"/>
              </a:solidFill>
            </a:rPr>
            <a:t> S</a:t>
          </a:r>
          <a:r>
            <a:rPr lang="fr-FR" sz="2000" kern="1200" dirty="0"/>
            <a:t>uppression des doublons, traitement des valeurs manquantes et des incohérences pour stabiliser la base de données</a:t>
          </a:r>
          <a:endParaRPr lang="fr-FR" sz="2000" kern="1200" dirty="0">
            <a:solidFill>
              <a:schemeClr val="tx1"/>
            </a:solidFill>
          </a:endParaRPr>
        </a:p>
      </dsp:txBody>
      <dsp:txXfrm>
        <a:off x="1633704" y="2534245"/>
        <a:ext cx="9199395" cy="1414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AC4887B-B932-CBAB-81F9-536C8D41EA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2458821-75A1-A91D-7990-2457F78B67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E4DCD-2A07-47F6-AC5E-1E2C4FA113D4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900FBB-5AE3-2786-03D0-C60AD3A25A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CF2669-3B25-1246-7A38-2DC81752FB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11903-DA49-4A1C-B3DC-C20265DAD9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0003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93E09-0465-492D-A3A7-B46EAA6F8BE2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EF93C-1797-4537-AD2F-C394F60B46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94390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5494-26B0-CE9D-A88B-C692C06B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BE2FB9-9EC8-3E70-9618-1900D5325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CCE6A9-A711-996E-3E74-C6E5BC09F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4337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3120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0952-5D4F-8CF1-869B-A7E99918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A289D77-B2D9-C591-C5BB-42A971FC5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81D6C3-00E8-4573-4DE5-5FA74BE9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0049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—WORDM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9ECD185-A6B9-964C-2AAC-510B4E1536F1}"/>
              </a:ext>
            </a:extLst>
          </p:cNvPr>
          <p:cNvCxnSpPr>
            <a:cxnSpLocks/>
          </p:cNvCxnSpPr>
          <p:nvPr userDrawn="1"/>
        </p:nvCxnSpPr>
        <p:spPr>
          <a:xfrm>
            <a:off x="2708275" y="1485000"/>
            <a:ext cx="0" cy="4110251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18EF5925-C040-5EA5-EF71-200D44EDC0C6}"/>
              </a:ext>
            </a:extLst>
          </p:cNvPr>
          <p:cNvCxnSpPr>
            <a:cxnSpLocks/>
            <a:endCxn id="12" idx="1"/>
          </p:cNvCxnSpPr>
          <p:nvPr userDrawn="1"/>
        </p:nvCxnSpPr>
        <p:spPr>
          <a:xfrm>
            <a:off x="2708275" y="5595251"/>
            <a:ext cx="5331725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D124500B-B7A6-5B7A-C2E8-A9395533BF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6694" y="5541250"/>
            <a:ext cx="108000" cy="108000"/>
            <a:chOff x="961227" y="5651700"/>
            <a:chExt cx="54000" cy="54000"/>
          </a:xfrm>
        </p:grpSpPr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0C4D6EEA-C13B-8C43-DC83-A2E1B27F92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36EAC6F3-2FCA-74D3-A90C-BCEF44D118BC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02AAF0-4B58-8A28-2948-BE5FBFA05F49}"/>
              </a:ext>
            </a:extLst>
          </p:cNvPr>
          <p:cNvCxnSpPr>
            <a:cxnSpLocks/>
          </p:cNvCxnSpPr>
          <p:nvPr userDrawn="1"/>
        </p:nvCxnSpPr>
        <p:spPr>
          <a:xfrm>
            <a:off x="2708275" y="1485000"/>
            <a:ext cx="7219950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6296A5C-A74C-BF69-545B-2BECED0D864B}"/>
              </a:ext>
            </a:extLst>
          </p:cNvPr>
          <p:cNvCxnSpPr>
            <a:cxnSpLocks/>
          </p:cNvCxnSpPr>
          <p:nvPr userDrawn="1"/>
        </p:nvCxnSpPr>
        <p:spPr>
          <a:xfrm>
            <a:off x="9928225" y="1485000"/>
            <a:ext cx="0" cy="3892763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16B25FC0-F191-D1B0-26C2-B82C92EDCDC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871843" y="1430978"/>
            <a:ext cx="108000" cy="108000"/>
            <a:chOff x="961227" y="5651700"/>
            <a:chExt cx="54000" cy="54000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056F4769-B61B-5D9B-0369-AE34BC5924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3092F08-C92A-D46C-AAE1-F9F81E2C4749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2A0BF6E-FE67-9BE6-BCC7-53F981700F44}"/>
              </a:ext>
            </a:extLst>
          </p:cNvPr>
          <p:cNvSpPr/>
          <p:nvPr userDrawn="1"/>
        </p:nvSpPr>
        <p:spPr>
          <a:xfrm>
            <a:off x="8040000" y="5377763"/>
            <a:ext cx="2079493" cy="434975"/>
          </a:xfrm>
          <a:prstGeom prst="rect">
            <a:avLst/>
          </a:prstGeom>
          <a:noFill/>
          <a:ln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46EAE97-E02A-ECDC-3789-11D4BFBC95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65371" y="5323763"/>
            <a:ext cx="108000" cy="108000"/>
            <a:chOff x="961227" y="5651700"/>
            <a:chExt cx="54000" cy="54000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195B309F-417C-495A-656E-0604042E13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3F03461D-EA39-4B24-E172-8D3254B0B2AC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C43E58CB-02A4-0E32-E7EF-574CBE5C0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759" y="4701299"/>
            <a:ext cx="6509081" cy="779701"/>
          </a:xfrm>
        </p:spPr>
        <p:txBody>
          <a:bodyPr wrap="square" rIns="0" anchor="b">
            <a:spAutoFit/>
          </a:bodyPr>
          <a:lstStyle>
            <a:lvl1pPr>
              <a:lnSpc>
                <a:spcPct val="60000"/>
              </a:lnSpc>
              <a:defRPr sz="8000" baseline="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9" name="Espace réservé du texte 33">
            <a:extLst>
              <a:ext uri="{FF2B5EF4-FFF2-40B4-BE49-F238E27FC236}">
                <a16:creationId xmlns:a16="http://schemas.microsoft.com/office/drawing/2014/main" id="{2C6D1073-A9F5-B632-4AAF-799AA3498D3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094000" y="5410584"/>
            <a:ext cx="1834225" cy="369332"/>
          </a:xfrm>
          <a:prstGeom prst="rect">
            <a:avLst/>
          </a:prstGeom>
        </p:spPr>
        <p:txBody>
          <a:bodyPr wrap="square" lIns="0" rIns="0" anchor="ctr">
            <a:spAutoFit/>
          </a:bodyPr>
          <a:lstStyle>
            <a:lvl1pPr marL="0" indent="0" algn="r">
              <a:buNone/>
              <a:defRPr cap="all" baseline="0">
                <a:solidFill>
                  <a:schemeClr val="accent1"/>
                </a:solidFill>
                <a:latin typeface="MBLZ text" pitchFamily="2" charset="0"/>
              </a:defRPr>
            </a:lvl1pPr>
          </a:lstStyle>
          <a:p>
            <a:pPr lvl="0"/>
            <a:r>
              <a:rPr lang="fr-FR"/>
              <a:t>— </a:t>
            </a:r>
            <a:r>
              <a:rPr lang="fr-FR" err="1"/>
              <a:t>dd.MM.YYYY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109741-2F39-C318-565D-0D0A78BE80C1}"/>
              </a:ext>
            </a:extLst>
          </p:cNvPr>
          <p:cNvSpPr>
            <a:spLocks noChangeAspect="1"/>
          </p:cNvSpPr>
          <p:nvPr userDrawn="1"/>
        </p:nvSpPr>
        <p:spPr>
          <a:xfrm>
            <a:off x="1766954" y="1144679"/>
            <a:ext cx="2754177" cy="678547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53D939-C581-DCCC-7532-3AB6783497E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954196" y="1303380"/>
            <a:ext cx="2386940" cy="360000"/>
            <a:chOff x="1" y="1581"/>
            <a:chExt cx="7678" cy="115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8724A50-BD62-1D6B-EDFC-4297EE1EC8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75" y="1656"/>
              <a:ext cx="1082" cy="1007"/>
            </a:xfrm>
            <a:custGeom>
              <a:avLst/>
              <a:gdLst>
                <a:gd name="T0" fmla="*/ 139 w 1082"/>
                <a:gd name="T1" fmla="*/ 1007 h 1007"/>
                <a:gd name="T2" fmla="*/ 0 w 1082"/>
                <a:gd name="T3" fmla="*/ 852 h 1007"/>
                <a:gd name="T4" fmla="*/ 943 w 1082"/>
                <a:gd name="T5" fmla="*/ 0 h 1007"/>
                <a:gd name="T6" fmla="*/ 1082 w 1082"/>
                <a:gd name="T7" fmla="*/ 156 h 1007"/>
                <a:gd name="T8" fmla="*/ 139 w 1082"/>
                <a:gd name="T9" fmla="*/ 1007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2" h="1007">
                  <a:moveTo>
                    <a:pt x="139" y="1007"/>
                  </a:moveTo>
                  <a:lnTo>
                    <a:pt x="0" y="852"/>
                  </a:lnTo>
                  <a:lnTo>
                    <a:pt x="943" y="0"/>
                  </a:lnTo>
                  <a:lnTo>
                    <a:pt x="1082" y="156"/>
                  </a:lnTo>
                  <a:lnTo>
                    <a:pt x="139" y="1007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8257AFF7-1605-80C1-39DC-928494B294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" y="1581"/>
              <a:ext cx="7678" cy="1158"/>
            </a:xfrm>
            <a:custGeom>
              <a:avLst/>
              <a:gdLst>
                <a:gd name="T0" fmla="*/ 3874 w 7180"/>
                <a:gd name="T1" fmla="*/ 68 h 1080"/>
                <a:gd name="T2" fmla="*/ 3694 w 7180"/>
                <a:gd name="T3" fmla="*/ 1011 h 1080"/>
                <a:gd name="T4" fmla="*/ 5086 w 7180"/>
                <a:gd name="T5" fmla="*/ 1011 h 1080"/>
                <a:gd name="T6" fmla="*/ 5266 w 7180"/>
                <a:gd name="T7" fmla="*/ 68 h 1080"/>
                <a:gd name="T8" fmla="*/ 5086 w 7180"/>
                <a:gd name="T9" fmla="*/ 1011 h 1080"/>
                <a:gd name="T10" fmla="*/ 1771 w 7180"/>
                <a:gd name="T11" fmla="*/ 184 h 1080"/>
                <a:gd name="T12" fmla="*/ 1943 w 7180"/>
                <a:gd name="T13" fmla="*/ 29 h 1080"/>
                <a:gd name="T14" fmla="*/ 1253 w 7180"/>
                <a:gd name="T15" fmla="*/ 518 h 1080"/>
                <a:gd name="T16" fmla="*/ 1469 w 7180"/>
                <a:gd name="T17" fmla="*/ 660 h 1080"/>
                <a:gd name="T18" fmla="*/ 2145 w 7180"/>
                <a:gd name="T19" fmla="*/ 562 h 1080"/>
                <a:gd name="T20" fmla="*/ 1639 w 7180"/>
                <a:gd name="T21" fmla="*/ 847 h 1080"/>
                <a:gd name="T22" fmla="*/ 1811 w 7180"/>
                <a:gd name="T23" fmla="*/ 1080 h 1080"/>
                <a:gd name="T24" fmla="*/ 2309 w 7180"/>
                <a:gd name="T25" fmla="*/ 420 h 1080"/>
                <a:gd name="T26" fmla="*/ 2145 w 7180"/>
                <a:gd name="T27" fmla="*/ 562 h 1080"/>
                <a:gd name="T28" fmla="*/ 0 w 7180"/>
                <a:gd name="T29" fmla="*/ 68 h 1080"/>
                <a:gd name="T30" fmla="*/ 175 w 7180"/>
                <a:gd name="T31" fmla="*/ 1011 h 1080"/>
                <a:gd name="T32" fmla="*/ 419 w 7180"/>
                <a:gd name="T33" fmla="*/ 813 h 1080"/>
                <a:gd name="T34" fmla="*/ 794 w 7180"/>
                <a:gd name="T35" fmla="*/ 389 h 1080"/>
                <a:gd name="T36" fmla="*/ 970 w 7180"/>
                <a:gd name="T37" fmla="*/ 1011 h 1080"/>
                <a:gd name="T38" fmla="*/ 793 w 7180"/>
                <a:gd name="T39" fmla="*/ 68 h 1080"/>
                <a:gd name="T40" fmla="*/ 177 w 7180"/>
                <a:gd name="T41" fmla="*/ 68 h 1080"/>
                <a:gd name="T42" fmla="*/ 4234 w 7180"/>
                <a:gd name="T43" fmla="*/ 68 h 1080"/>
                <a:gd name="T44" fmla="*/ 4855 w 7180"/>
                <a:gd name="T45" fmla="*/ 1011 h 1080"/>
                <a:gd name="T46" fmla="*/ 4415 w 7180"/>
                <a:gd name="T47" fmla="*/ 847 h 1080"/>
                <a:gd name="T48" fmla="*/ 3379 w 7180"/>
                <a:gd name="T49" fmla="*/ 733 h 1080"/>
                <a:gd name="T50" fmla="*/ 2611 w 7180"/>
                <a:gd name="T51" fmla="*/ 1011 h 1080"/>
                <a:gd name="T52" fmla="*/ 3003 w 7180"/>
                <a:gd name="T53" fmla="*/ 68 h 1080"/>
                <a:gd name="T54" fmla="*/ 3205 w 7180"/>
                <a:gd name="T55" fmla="*/ 515 h 1080"/>
                <a:gd name="T56" fmla="*/ 2788 w 7180"/>
                <a:gd name="T57" fmla="*/ 457 h 1080"/>
                <a:gd name="T58" fmla="*/ 3154 w 7180"/>
                <a:gd name="T59" fmla="*/ 344 h 1080"/>
                <a:gd name="T60" fmla="*/ 2788 w 7180"/>
                <a:gd name="T61" fmla="*/ 233 h 1080"/>
                <a:gd name="T62" fmla="*/ 3190 w 7180"/>
                <a:gd name="T63" fmla="*/ 723 h 1080"/>
                <a:gd name="T64" fmla="*/ 2788 w 7180"/>
                <a:gd name="T65" fmla="*/ 596 h 1080"/>
                <a:gd name="T66" fmla="*/ 3020 w 7180"/>
                <a:gd name="T67" fmla="*/ 847 h 1080"/>
                <a:gd name="T68" fmla="*/ 6747 w 7180"/>
                <a:gd name="T69" fmla="*/ 847 h 1080"/>
                <a:gd name="T70" fmla="*/ 7133 w 7180"/>
                <a:gd name="T71" fmla="*/ 606 h 1080"/>
                <a:gd name="T72" fmla="*/ 6747 w 7180"/>
                <a:gd name="T73" fmla="*/ 446 h 1080"/>
                <a:gd name="T74" fmla="*/ 7180 w 7180"/>
                <a:gd name="T75" fmla="*/ 233 h 1080"/>
                <a:gd name="T76" fmla="*/ 6567 w 7180"/>
                <a:gd name="T77" fmla="*/ 68 h 1080"/>
                <a:gd name="T78" fmla="*/ 7180 w 7180"/>
                <a:gd name="T79" fmla="*/ 1011 h 1080"/>
                <a:gd name="T80" fmla="*/ 6747 w 7180"/>
                <a:gd name="T81" fmla="*/ 847 h 1080"/>
                <a:gd name="T82" fmla="*/ 6272 w 7180"/>
                <a:gd name="T83" fmla="*/ 68 h 1080"/>
                <a:gd name="T84" fmla="*/ 5593 w 7180"/>
                <a:gd name="T85" fmla="*/ 233 h 1080"/>
                <a:gd name="T86" fmla="*/ 5569 w 7180"/>
                <a:gd name="T87" fmla="*/ 847 h 1080"/>
                <a:gd name="T88" fmla="*/ 6273 w 7180"/>
                <a:gd name="T89" fmla="*/ 1011 h 1080"/>
                <a:gd name="T90" fmla="*/ 5788 w 7180"/>
                <a:gd name="T91" fmla="*/ 847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80" h="1080">
                  <a:moveTo>
                    <a:pt x="3694" y="68"/>
                  </a:moveTo>
                  <a:cubicBezTo>
                    <a:pt x="3874" y="68"/>
                    <a:pt x="3874" y="68"/>
                    <a:pt x="3874" y="68"/>
                  </a:cubicBezTo>
                  <a:cubicBezTo>
                    <a:pt x="3874" y="1011"/>
                    <a:pt x="3874" y="1011"/>
                    <a:pt x="3874" y="1011"/>
                  </a:cubicBezTo>
                  <a:cubicBezTo>
                    <a:pt x="3694" y="1011"/>
                    <a:pt x="3694" y="1011"/>
                    <a:pt x="3694" y="1011"/>
                  </a:cubicBezTo>
                  <a:lnTo>
                    <a:pt x="3694" y="68"/>
                  </a:lnTo>
                  <a:close/>
                  <a:moveTo>
                    <a:pt x="5086" y="1011"/>
                  </a:moveTo>
                  <a:cubicBezTo>
                    <a:pt x="5266" y="1011"/>
                    <a:pt x="5266" y="1011"/>
                    <a:pt x="5266" y="1011"/>
                  </a:cubicBezTo>
                  <a:cubicBezTo>
                    <a:pt x="5266" y="68"/>
                    <a:pt x="5266" y="68"/>
                    <a:pt x="5266" y="68"/>
                  </a:cubicBezTo>
                  <a:cubicBezTo>
                    <a:pt x="5086" y="68"/>
                    <a:pt x="5086" y="68"/>
                    <a:pt x="5086" y="68"/>
                  </a:cubicBezTo>
                  <a:lnTo>
                    <a:pt x="5086" y="1011"/>
                  </a:lnTo>
                  <a:close/>
                  <a:moveTo>
                    <a:pt x="1437" y="518"/>
                  </a:moveTo>
                  <a:cubicBezTo>
                    <a:pt x="1437" y="333"/>
                    <a:pt x="1586" y="184"/>
                    <a:pt x="1771" y="184"/>
                  </a:cubicBezTo>
                  <a:cubicBezTo>
                    <a:pt x="1834" y="184"/>
                    <a:pt x="1893" y="201"/>
                    <a:pt x="1943" y="232"/>
                  </a:cubicBezTo>
                  <a:cubicBezTo>
                    <a:pt x="1943" y="29"/>
                    <a:pt x="1943" y="29"/>
                    <a:pt x="1943" y="29"/>
                  </a:cubicBezTo>
                  <a:cubicBezTo>
                    <a:pt x="1889" y="10"/>
                    <a:pt x="1831" y="0"/>
                    <a:pt x="1771" y="0"/>
                  </a:cubicBezTo>
                  <a:cubicBezTo>
                    <a:pt x="1485" y="0"/>
                    <a:pt x="1253" y="232"/>
                    <a:pt x="1253" y="518"/>
                  </a:cubicBezTo>
                  <a:cubicBezTo>
                    <a:pt x="1253" y="567"/>
                    <a:pt x="1260" y="615"/>
                    <a:pt x="1273" y="660"/>
                  </a:cubicBezTo>
                  <a:cubicBezTo>
                    <a:pt x="1469" y="660"/>
                    <a:pt x="1469" y="660"/>
                    <a:pt x="1469" y="660"/>
                  </a:cubicBezTo>
                  <a:cubicBezTo>
                    <a:pt x="1448" y="617"/>
                    <a:pt x="1437" y="568"/>
                    <a:pt x="1437" y="518"/>
                  </a:cubicBezTo>
                  <a:close/>
                  <a:moveTo>
                    <a:pt x="2145" y="562"/>
                  </a:moveTo>
                  <a:cubicBezTo>
                    <a:pt x="2145" y="746"/>
                    <a:pt x="1996" y="896"/>
                    <a:pt x="1811" y="896"/>
                  </a:cubicBezTo>
                  <a:cubicBezTo>
                    <a:pt x="1748" y="896"/>
                    <a:pt x="1689" y="878"/>
                    <a:pt x="1639" y="847"/>
                  </a:cubicBezTo>
                  <a:cubicBezTo>
                    <a:pt x="1639" y="1050"/>
                    <a:pt x="1639" y="1050"/>
                    <a:pt x="1639" y="1050"/>
                  </a:cubicBezTo>
                  <a:cubicBezTo>
                    <a:pt x="1693" y="1069"/>
                    <a:pt x="1751" y="1080"/>
                    <a:pt x="1811" y="1080"/>
                  </a:cubicBezTo>
                  <a:cubicBezTo>
                    <a:pt x="2097" y="1080"/>
                    <a:pt x="2329" y="848"/>
                    <a:pt x="2329" y="562"/>
                  </a:cubicBezTo>
                  <a:cubicBezTo>
                    <a:pt x="2329" y="513"/>
                    <a:pt x="2322" y="465"/>
                    <a:pt x="2309" y="420"/>
                  </a:cubicBezTo>
                  <a:cubicBezTo>
                    <a:pt x="2113" y="420"/>
                    <a:pt x="2113" y="420"/>
                    <a:pt x="2113" y="420"/>
                  </a:cubicBezTo>
                  <a:cubicBezTo>
                    <a:pt x="2134" y="463"/>
                    <a:pt x="2145" y="511"/>
                    <a:pt x="2145" y="562"/>
                  </a:cubicBezTo>
                  <a:close/>
                  <a:moveTo>
                    <a:pt x="177" y="68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0" y="1011"/>
                    <a:pt x="0" y="1011"/>
                    <a:pt x="0" y="1011"/>
                  </a:cubicBezTo>
                  <a:cubicBezTo>
                    <a:pt x="175" y="1011"/>
                    <a:pt x="175" y="1011"/>
                    <a:pt x="175" y="1011"/>
                  </a:cubicBezTo>
                  <a:cubicBezTo>
                    <a:pt x="175" y="389"/>
                    <a:pt x="175" y="389"/>
                    <a:pt x="175" y="389"/>
                  </a:cubicBezTo>
                  <a:cubicBezTo>
                    <a:pt x="419" y="813"/>
                    <a:pt x="419" y="813"/>
                    <a:pt x="419" y="813"/>
                  </a:cubicBezTo>
                  <a:cubicBezTo>
                    <a:pt x="551" y="813"/>
                    <a:pt x="551" y="813"/>
                    <a:pt x="551" y="813"/>
                  </a:cubicBezTo>
                  <a:cubicBezTo>
                    <a:pt x="794" y="389"/>
                    <a:pt x="794" y="389"/>
                    <a:pt x="794" y="389"/>
                  </a:cubicBezTo>
                  <a:cubicBezTo>
                    <a:pt x="794" y="1011"/>
                    <a:pt x="794" y="1011"/>
                    <a:pt x="794" y="1011"/>
                  </a:cubicBezTo>
                  <a:cubicBezTo>
                    <a:pt x="970" y="1011"/>
                    <a:pt x="970" y="1011"/>
                    <a:pt x="970" y="1011"/>
                  </a:cubicBezTo>
                  <a:cubicBezTo>
                    <a:pt x="970" y="68"/>
                    <a:pt x="970" y="68"/>
                    <a:pt x="970" y="68"/>
                  </a:cubicBezTo>
                  <a:cubicBezTo>
                    <a:pt x="793" y="68"/>
                    <a:pt x="793" y="68"/>
                    <a:pt x="793" y="68"/>
                  </a:cubicBezTo>
                  <a:cubicBezTo>
                    <a:pt x="485" y="617"/>
                    <a:pt x="485" y="617"/>
                    <a:pt x="485" y="617"/>
                  </a:cubicBezTo>
                  <a:lnTo>
                    <a:pt x="177" y="68"/>
                  </a:lnTo>
                  <a:close/>
                  <a:moveTo>
                    <a:pt x="4415" y="68"/>
                  </a:moveTo>
                  <a:cubicBezTo>
                    <a:pt x="4234" y="68"/>
                    <a:pt x="4234" y="68"/>
                    <a:pt x="4234" y="68"/>
                  </a:cubicBezTo>
                  <a:cubicBezTo>
                    <a:pt x="4234" y="1011"/>
                    <a:pt x="4234" y="1011"/>
                    <a:pt x="4234" y="1011"/>
                  </a:cubicBezTo>
                  <a:cubicBezTo>
                    <a:pt x="4855" y="1011"/>
                    <a:pt x="4855" y="1011"/>
                    <a:pt x="4855" y="1011"/>
                  </a:cubicBezTo>
                  <a:cubicBezTo>
                    <a:pt x="4855" y="847"/>
                    <a:pt x="4855" y="847"/>
                    <a:pt x="4855" y="847"/>
                  </a:cubicBezTo>
                  <a:cubicBezTo>
                    <a:pt x="4415" y="847"/>
                    <a:pt x="4415" y="847"/>
                    <a:pt x="4415" y="847"/>
                  </a:cubicBezTo>
                  <a:lnTo>
                    <a:pt x="4415" y="68"/>
                  </a:lnTo>
                  <a:close/>
                  <a:moveTo>
                    <a:pt x="3379" y="733"/>
                  </a:moveTo>
                  <a:cubicBezTo>
                    <a:pt x="3379" y="897"/>
                    <a:pt x="3279" y="1011"/>
                    <a:pt x="3024" y="1011"/>
                  </a:cubicBezTo>
                  <a:cubicBezTo>
                    <a:pt x="2611" y="1011"/>
                    <a:pt x="2611" y="1011"/>
                    <a:pt x="2611" y="1011"/>
                  </a:cubicBezTo>
                  <a:cubicBezTo>
                    <a:pt x="2611" y="68"/>
                    <a:pt x="2611" y="68"/>
                    <a:pt x="2611" y="68"/>
                  </a:cubicBezTo>
                  <a:cubicBezTo>
                    <a:pt x="3003" y="68"/>
                    <a:pt x="3003" y="68"/>
                    <a:pt x="3003" y="68"/>
                  </a:cubicBezTo>
                  <a:cubicBezTo>
                    <a:pt x="3229" y="68"/>
                    <a:pt x="3332" y="171"/>
                    <a:pt x="3332" y="325"/>
                  </a:cubicBezTo>
                  <a:cubicBezTo>
                    <a:pt x="3332" y="411"/>
                    <a:pt x="3292" y="488"/>
                    <a:pt x="3205" y="515"/>
                  </a:cubicBezTo>
                  <a:cubicBezTo>
                    <a:pt x="3319" y="541"/>
                    <a:pt x="3379" y="624"/>
                    <a:pt x="3379" y="733"/>
                  </a:cubicBezTo>
                  <a:close/>
                  <a:moveTo>
                    <a:pt x="2788" y="457"/>
                  </a:moveTo>
                  <a:cubicBezTo>
                    <a:pt x="3002" y="457"/>
                    <a:pt x="3002" y="457"/>
                    <a:pt x="3002" y="457"/>
                  </a:cubicBezTo>
                  <a:cubicBezTo>
                    <a:pt x="3102" y="457"/>
                    <a:pt x="3154" y="421"/>
                    <a:pt x="3154" y="344"/>
                  </a:cubicBezTo>
                  <a:cubicBezTo>
                    <a:pt x="3154" y="263"/>
                    <a:pt x="3102" y="233"/>
                    <a:pt x="3002" y="233"/>
                  </a:cubicBezTo>
                  <a:cubicBezTo>
                    <a:pt x="2788" y="233"/>
                    <a:pt x="2788" y="233"/>
                    <a:pt x="2788" y="233"/>
                  </a:cubicBezTo>
                  <a:lnTo>
                    <a:pt x="2788" y="457"/>
                  </a:lnTo>
                  <a:close/>
                  <a:moveTo>
                    <a:pt x="3190" y="723"/>
                  </a:moveTo>
                  <a:cubicBezTo>
                    <a:pt x="3190" y="638"/>
                    <a:pt x="3135" y="596"/>
                    <a:pt x="3020" y="596"/>
                  </a:cubicBezTo>
                  <a:cubicBezTo>
                    <a:pt x="2788" y="596"/>
                    <a:pt x="2788" y="596"/>
                    <a:pt x="2788" y="596"/>
                  </a:cubicBezTo>
                  <a:cubicBezTo>
                    <a:pt x="2788" y="847"/>
                    <a:pt x="2788" y="847"/>
                    <a:pt x="2788" y="847"/>
                  </a:cubicBezTo>
                  <a:cubicBezTo>
                    <a:pt x="3020" y="847"/>
                    <a:pt x="3020" y="847"/>
                    <a:pt x="3020" y="847"/>
                  </a:cubicBezTo>
                  <a:cubicBezTo>
                    <a:pt x="3135" y="847"/>
                    <a:pt x="3190" y="810"/>
                    <a:pt x="3190" y="723"/>
                  </a:cubicBezTo>
                  <a:close/>
                  <a:moveTo>
                    <a:pt x="6747" y="847"/>
                  </a:moveTo>
                  <a:cubicBezTo>
                    <a:pt x="6747" y="606"/>
                    <a:pt x="6747" y="606"/>
                    <a:pt x="6747" y="606"/>
                  </a:cubicBezTo>
                  <a:cubicBezTo>
                    <a:pt x="7133" y="606"/>
                    <a:pt x="7133" y="606"/>
                    <a:pt x="7133" y="606"/>
                  </a:cubicBezTo>
                  <a:cubicBezTo>
                    <a:pt x="7133" y="446"/>
                    <a:pt x="7133" y="446"/>
                    <a:pt x="7133" y="446"/>
                  </a:cubicBezTo>
                  <a:cubicBezTo>
                    <a:pt x="6747" y="446"/>
                    <a:pt x="6747" y="446"/>
                    <a:pt x="6747" y="446"/>
                  </a:cubicBezTo>
                  <a:cubicBezTo>
                    <a:pt x="6747" y="233"/>
                    <a:pt x="6747" y="233"/>
                    <a:pt x="6747" y="233"/>
                  </a:cubicBezTo>
                  <a:cubicBezTo>
                    <a:pt x="7180" y="233"/>
                    <a:pt x="7180" y="233"/>
                    <a:pt x="7180" y="233"/>
                  </a:cubicBezTo>
                  <a:cubicBezTo>
                    <a:pt x="7180" y="68"/>
                    <a:pt x="7180" y="68"/>
                    <a:pt x="7180" y="68"/>
                  </a:cubicBezTo>
                  <a:cubicBezTo>
                    <a:pt x="6567" y="68"/>
                    <a:pt x="6567" y="68"/>
                    <a:pt x="6567" y="68"/>
                  </a:cubicBezTo>
                  <a:cubicBezTo>
                    <a:pt x="6567" y="1011"/>
                    <a:pt x="6567" y="1011"/>
                    <a:pt x="6567" y="1011"/>
                  </a:cubicBezTo>
                  <a:cubicBezTo>
                    <a:pt x="7180" y="1011"/>
                    <a:pt x="7180" y="1011"/>
                    <a:pt x="7180" y="1011"/>
                  </a:cubicBezTo>
                  <a:cubicBezTo>
                    <a:pt x="7180" y="847"/>
                    <a:pt x="7180" y="847"/>
                    <a:pt x="7180" y="847"/>
                  </a:cubicBezTo>
                  <a:lnTo>
                    <a:pt x="6747" y="847"/>
                  </a:lnTo>
                  <a:close/>
                  <a:moveTo>
                    <a:pt x="6272" y="239"/>
                  </a:moveTo>
                  <a:cubicBezTo>
                    <a:pt x="6272" y="68"/>
                    <a:pt x="6272" y="68"/>
                    <a:pt x="6272" y="68"/>
                  </a:cubicBezTo>
                  <a:cubicBezTo>
                    <a:pt x="5593" y="68"/>
                    <a:pt x="5593" y="68"/>
                    <a:pt x="5593" y="68"/>
                  </a:cubicBezTo>
                  <a:cubicBezTo>
                    <a:pt x="5593" y="233"/>
                    <a:pt x="5593" y="233"/>
                    <a:pt x="5593" y="233"/>
                  </a:cubicBezTo>
                  <a:cubicBezTo>
                    <a:pt x="6058" y="233"/>
                    <a:pt x="6058" y="233"/>
                    <a:pt x="6058" y="233"/>
                  </a:cubicBezTo>
                  <a:cubicBezTo>
                    <a:pt x="5569" y="847"/>
                    <a:pt x="5569" y="847"/>
                    <a:pt x="5569" y="847"/>
                  </a:cubicBezTo>
                  <a:cubicBezTo>
                    <a:pt x="5569" y="1011"/>
                    <a:pt x="5569" y="1011"/>
                    <a:pt x="5569" y="1011"/>
                  </a:cubicBezTo>
                  <a:cubicBezTo>
                    <a:pt x="6273" y="1011"/>
                    <a:pt x="6273" y="1011"/>
                    <a:pt x="6273" y="1011"/>
                  </a:cubicBezTo>
                  <a:cubicBezTo>
                    <a:pt x="6273" y="847"/>
                    <a:pt x="6273" y="847"/>
                    <a:pt x="6273" y="847"/>
                  </a:cubicBezTo>
                  <a:cubicBezTo>
                    <a:pt x="5788" y="847"/>
                    <a:pt x="5788" y="847"/>
                    <a:pt x="5788" y="847"/>
                  </a:cubicBezTo>
                  <a:lnTo>
                    <a:pt x="6272" y="2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20" name="Groupe 25">
            <a:extLst>
              <a:ext uri="{FF2B5EF4-FFF2-40B4-BE49-F238E27FC236}">
                <a16:creationId xmlns:a16="http://schemas.microsoft.com/office/drawing/2014/main" id="{86566B83-9B6C-8EDC-7B62-45F37A4DB7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712954" y="1766897"/>
            <a:ext cx="108000" cy="108000"/>
            <a:chOff x="961227" y="5651700"/>
            <a:chExt cx="54000" cy="54000"/>
          </a:xfrm>
        </p:grpSpPr>
        <p:cxnSp>
          <p:nvCxnSpPr>
            <p:cNvPr id="21" name="Connecteur droit 27">
              <a:extLst>
                <a:ext uri="{FF2B5EF4-FFF2-40B4-BE49-F238E27FC236}">
                  <a16:creationId xmlns:a16="http://schemas.microsoft.com/office/drawing/2014/main" id="{6EA0B27D-7717-64D6-D3A0-6DC6B832BE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8">
              <a:extLst>
                <a:ext uri="{FF2B5EF4-FFF2-40B4-BE49-F238E27FC236}">
                  <a16:creationId xmlns:a16="http://schemas.microsoft.com/office/drawing/2014/main" id="{ECCCD6CF-62AB-5490-8247-232710841772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e 29">
            <a:extLst>
              <a:ext uri="{FF2B5EF4-FFF2-40B4-BE49-F238E27FC236}">
                <a16:creationId xmlns:a16="http://schemas.microsoft.com/office/drawing/2014/main" id="{8AF32138-2311-7DED-B0C6-A37DE2927F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68097" y="1093008"/>
            <a:ext cx="108000" cy="108000"/>
            <a:chOff x="961227" y="5651700"/>
            <a:chExt cx="54000" cy="54000"/>
          </a:xfrm>
        </p:grpSpPr>
        <p:cxnSp>
          <p:nvCxnSpPr>
            <p:cNvPr id="24" name="Connecteur droit 32">
              <a:extLst>
                <a:ext uri="{FF2B5EF4-FFF2-40B4-BE49-F238E27FC236}">
                  <a16:creationId xmlns:a16="http://schemas.microsoft.com/office/drawing/2014/main" id="{74461B0A-F7ED-A044-B886-F371D4B2A3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34">
              <a:extLst>
                <a:ext uri="{FF2B5EF4-FFF2-40B4-BE49-F238E27FC236}">
                  <a16:creationId xmlns:a16="http://schemas.microsoft.com/office/drawing/2014/main" id="{A1E92B7B-8EDF-DD6F-728A-3FA831EC9694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370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—SYMB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9ECD185-A6B9-964C-2AAC-510B4E1536F1}"/>
              </a:ext>
            </a:extLst>
          </p:cNvPr>
          <p:cNvCxnSpPr>
            <a:cxnSpLocks/>
          </p:cNvCxnSpPr>
          <p:nvPr userDrawn="1"/>
        </p:nvCxnSpPr>
        <p:spPr>
          <a:xfrm>
            <a:off x="2708275" y="1485000"/>
            <a:ext cx="0" cy="4110251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18EF5925-C040-5EA5-EF71-200D44EDC0C6}"/>
              </a:ext>
            </a:extLst>
          </p:cNvPr>
          <p:cNvCxnSpPr>
            <a:cxnSpLocks/>
            <a:endCxn id="2" idx="1"/>
          </p:cNvCxnSpPr>
          <p:nvPr userDrawn="1"/>
        </p:nvCxnSpPr>
        <p:spPr>
          <a:xfrm>
            <a:off x="2708275" y="5595251"/>
            <a:ext cx="5331725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D124500B-B7A6-5B7A-C2E8-A9395533BF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6694" y="5541250"/>
            <a:ext cx="108000" cy="108000"/>
            <a:chOff x="961227" y="5651700"/>
            <a:chExt cx="54000" cy="54000"/>
          </a:xfrm>
        </p:grpSpPr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0C4D6EEA-C13B-8C43-DC83-A2E1B27F92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36EAC6F3-2FCA-74D3-A90C-BCEF44D118BC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02AAF0-4B58-8A28-2948-BE5FBFA05F49}"/>
              </a:ext>
            </a:extLst>
          </p:cNvPr>
          <p:cNvCxnSpPr>
            <a:cxnSpLocks/>
          </p:cNvCxnSpPr>
          <p:nvPr userDrawn="1"/>
        </p:nvCxnSpPr>
        <p:spPr>
          <a:xfrm>
            <a:off x="2708275" y="1485000"/>
            <a:ext cx="7219950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E2FE2949-3E63-CF24-C76E-9CDD0D847B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1375" y="619063"/>
            <a:ext cx="2225000" cy="2231812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6296A5C-A74C-BF69-545B-2BECED0D864B}"/>
              </a:ext>
            </a:extLst>
          </p:cNvPr>
          <p:cNvCxnSpPr>
            <a:cxnSpLocks/>
          </p:cNvCxnSpPr>
          <p:nvPr userDrawn="1"/>
        </p:nvCxnSpPr>
        <p:spPr>
          <a:xfrm>
            <a:off x="9928225" y="1485000"/>
            <a:ext cx="0" cy="3892763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16B25FC0-F191-D1B0-26C2-B82C92EDCDC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871843" y="1430978"/>
            <a:ext cx="108000" cy="108000"/>
            <a:chOff x="961227" y="5651700"/>
            <a:chExt cx="54000" cy="54000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056F4769-B61B-5D9B-0369-AE34BC5924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3092F08-C92A-D46C-AAE1-F9F81E2C4749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C43E58CB-02A4-0E32-E7EF-574CBE5C0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759" y="4701299"/>
            <a:ext cx="6509081" cy="779701"/>
          </a:xfrm>
        </p:spPr>
        <p:txBody>
          <a:bodyPr wrap="square" rIns="0" anchor="b">
            <a:spAutoFit/>
          </a:bodyPr>
          <a:lstStyle>
            <a:lvl1pPr>
              <a:lnSpc>
                <a:spcPct val="60000"/>
              </a:lnSpc>
              <a:defRPr sz="8000" baseline="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73F4F-C3FD-21EC-6506-6ACC6B043237}"/>
              </a:ext>
            </a:extLst>
          </p:cNvPr>
          <p:cNvSpPr/>
          <p:nvPr userDrawn="1"/>
        </p:nvSpPr>
        <p:spPr>
          <a:xfrm>
            <a:off x="8040000" y="5377763"/>
            <a:ext cx="2079493" cy="434975"/>
          </a:xfrm>
          <a:prstGeom prst="rect">
            <a:avLst/>
          </a:prstGeom>
          <a:noFill/>
          <a:ln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e 12">
            <a:extLst>
              <a:ext uri="{FF2B5EF4-FFF2-40B4-BE49-F238E27FC236}">
                <a16:creationId xmlns:a16="http://schemas.microsoft.com/office/drawing/2014/main" id="{6FD92194-DF09-F1FB-2995-164CDDBFFF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65371" y="5323763"/>
            <a:ext cx="108000" cy="108000"/>
            <a:chOff x="961227" y="5651700"/>
            <a:chExt cx="54000" cy="54000"/>
          </a:xfrm>
        </p:grpSpPr>
        <p:cxnSp>
          <p:nvCxnSpPr>
            <p:cNvPr id="4" name="Connecteur droit 13">
              <a:extLst>
                <a:ext uri="{FF2B5EF4-FFF2-40B4-BE49-F238E27FC236}">
                  <a16:creationId xmlns:a16="http://schemas.microsoft.com/office/drawing/2014/main" id="{EFF53F04-B56A-4754-96DD-F525A42CA2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eur droit 14">
              <a:extLst>
                <a:ext uri="{FF2B5EF4-FFF2-40B4-BE49-F238E27FC236}">
                  <a16:creationId xmlns:a16="http://schemas.microsoft.com/office/drawing/2014/main" id="{06F705CF-7DB5-A43C-D55D-80F5CC56AA1C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1281F16D-843F-1BB6-790A-170FB6B11D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4000" y="5410584"/>
            <a:ext cx="1834225" cy="369332"/>
          </a:xfrm>
          <a:prstGeom prst="rect">
            <a:avLst/>
          </a:prstGeom>
        </p:spPr>
        <p:txBody>
          <a:bodyPr wrap="square" lIns="0" rIns="0" anchor="ctr">
            <a:spAutoFit/>
          </a:bodyPr>
          <a:lstStyle>
            <a:lvl1pPr marL="0" indent="0" algn="r">
              <a:buNone/>
              <a:defRPr cap="all" baseline="0">
                <a:solidFill>
                  <a:schemeClr val="accent1"/>
                </a:solidFill>
                <a:latin typeface="MBLZ text" pitchFamily="2" charset="0"/>
              </a:defRPr>
            </a:lvl1pPr>
          </a:lstStyle>
          <a:p>
            <a:pPr lvl="0"/>
            <a:r>
              <a:rPr lang="fr-FR"/>
              <a:t>— </a:t>
            </a:r>
            <a:r>
              <a:rPr lang="fr-FR" err="1"/>
              <a:t>dd.MM.YYYY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010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—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9ECD185-A6B9-964C-2AAC-510B4E1536F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20725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18EF5925-C040-5EA5-EF71-200D44EDC0C6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33">
            <a:extLst>
              <a:ext uri="{FF2B5EF4-FFF2-40B4-BE49-F238E27FC236}">
                <a16:creationId xmlns:a16="http://schemas.microsoft.com/office/drawing/2014/main" id="{8940CF40-D238-871A-4FD0-576181CDE7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1989" y="35100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5" name="Espace réservé du texte 33">
            <a:extLst>
              <a:ext uri="{FF2B5EF4-FFF2-40B4-BE49-F238E27FC236}">
                <a16:creationId xmlns:a16="http://schemas.microsoft.com/office/drawing/2014/main" id="{4CC0703E-BBCF-CC3C-D361-2F450D06B9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1989" y="598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A99A8CC4-2B07-E655-8792-469197E74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1989" y="100904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02.</a:t>
            </a:r>
          </a:p>
        </p:txBody>
      </p:sp>
      <p:sp>
        <p:nvSpPr>
          <p:cNvPr id="7" name="Espace réservé du texte 33">
            <a:extLst>
              <a:ext uri="{FF2B5EF4-FFF2-40B4-BE49-F238E27FC236}">
                <a16:creationId xmlns:a16="http://schemas.microsoft.com/office/drawing/2014/main" id="{FF34514F-DCD8-7BF4-B773-9923637D9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1989" y="1246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8" name="Espace réservé du texte 33">
            <a:extLst>
              <a:ext uri="{FF2B5EF4-FFF2-40B4-BE49-F238E27FC236}">
                <a16:creationId xmlns:a16="http://schemas.microsoft.com/office/drawing/2014/main" id="{AA34CCDA-0E39-4336-FCFF-0EFCA0E6B0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1989" y="1737198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03.</a:t>
            </a:r>
          </a:p>
        </p:txBody>
      </p:sp>
      <p:sp>
        <p:nvSpPr>
          <p:cNvPr id="9" name="Espace réservé du texte 33">
            <a:extLst>
              <a:ext uri="{FF2B5EF4-FFF2-40B4-BE49-F238E27FC236}">
                <a16:creationId xmlns:a16="http://schemas.microsoft.com/office/drawing/2014/main" id="{13C6DEDB-2181-4704-2910-927A963056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61989" y="1971000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0" name="Espace réservé du texte 33">
            <a:extLst>
              <a:ext uri="{FF2B5EF4-FFF2-40B4-BE49-F238E27FC236}">
                <a16:creationId xmlns:a16="http://schemas.microsoft.com/office/drawing/2014/main" id="{12D4F251-CCD0-5F74-196D-D683B563CC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61989" y="241304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04.</a:t>
            </a:r>
          </a:p>
        </p:txBody>
      </p:sp>
      <p:sp>
        <p:nvSpPr>
          <p:cNvPr id="11" name="Espace réservé du texte 33">
            <a:extLst>
              <a:ext uri="{FF2B5EF4-FFF2-40B4-BE49-F238E27FC236}">
                <a16:creationId xmlns:a16="http://schemas.microsoft.com/office/drawing/2014/main" id="{87121A88-C55D-29CA-3A3A-3FE0AB0C5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61989" y="2673000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2" name="Espace réservé du texte 33">
            <a:extLst>
              <a:ext uri="{FF2B5EF4-FFF2-40B4-BE49-F238E27FC236}">
                <a16:creationId xmlns:a16="http://schemas.microsoft.com/office/drawing/2014/main" id="{6B080CA1-2878-174C-FF23-860BE54C6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58569" y="3120763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05.</a:t>
            </a:r>
          </a:p>
        </p:txBody>
      </p:sp>
      <p:sp>
        <p:nvSpPr>
          <p:cNvPr id="13" name="Espace réservé du texte 33">
            <a:extLst>
              <a:ext uri="{FF2B5EF4-FFF2-40B4-BE49-F238E27FC236}">
                <a16:creationId xmlns:a16="http://schemas.microsoft.com/office/drawing/2014/main" id="{2A43046B-2DA7-2375-EA7E-184078D62C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58569" y="3375000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4" name="Espace réservé du texte 33">
            <a:extLst>
              <a:ext uri="{FF2B5EF4-FFF2-40B4-BE49-F238E27FC236}">
                <a16:creationId xmlns:a16="http://schemas.microsoft.com/office/drawing/2014/main" id="{C1E578D2-5D4E-A231-B2F0-D4B02E59F0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67400" y="35100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06.</a:t>
            </a:r>
          </a:p>
        </p:txBody>
      </p:sp>
      <p:sp>
        <p:nvSpPr>
          <p:cNvPr id="15" name="Espace réservé du texte 33">
            <a:extLst>
              <a:ext uri="{FF2B5EF4-FFF2-40B4-BE49-F238E27FC236}">
                <a16:creationId xmlns:a16="http://schemas.microsoft.com/office/drawing/2014/main" id="{4B524F87-8436-51A5-8035-88FD6EF5C0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7400" y="598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6" name="Espace réservé du texte 33">
            <a:extLst>
              <a:ext uri="{FF2B5EF4-FFF2-40B4-BE49-F238E27FC236}">
                <a16:creationId xmlns:a16="http://schemas.microsoft.com/office/drawing/2014/main" id="{4DC23C22-E7FD-E3BF-F3F2-05CD56F76E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67400" y="100904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07.</a:t>
            </a:r>
          </a:p>
        </p:txBody>
      </p:sp>
      <p:sp>
        <p:nvSpPr>
          <p:cNvPr id="17" name="Espace réservé du texte 33">
            <a:extLst>
              <a:ext uri="{FF2B5EF4-FFF2-40B4-BE49-F238E27FC236}">
                <a16:creationId xmlns:a16="http://schemas.microsoft.com/office/drawing/2014/main" id="{3132FA00-0C6B-46C2-5F25-2DD39001A8B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67400" y="1246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8" name="Espace réservé du texte 33">
            <a:extLst>
              <a:ext uri="{FF2B5EF4-FFF2-40B4-BE49-F238E27FC236}">
                <a16:creationId xmlns:a16="http://schemas.microsoft.com/office/drawing/2014/main" id="{0A406CAC-282C-3CD2-6179-AF4DD042CC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67400" y="1737198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08.</a:t>
            </a:r>
          </a:p>
        </p:txBody>
      </p:sp>
      <p:sp>
        <p:nvSpPr>
          <p:cNvPr id="19" name="Espace réservé du texte 33">
            <a:extLst>
              <a:ext uri="{FF2B5EF4-FFF2-40B4-BE49-F238E27FC236}">
                <a16:creationId xmlns:a16="http://schemas.microsoft.com/office/drawing/2014/main" id="{F74FFA44-ECE6-B1AB-508E-8824363902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67400" y="1971000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0" name="Espace réservé du texte 33">
            <a:extLst>
              <a:ext uri="{FF2B5EF4-FFF2-40B4-BE49-F238E27FC236}">
                <a16:creationId xmlns:a16="http://schemas.microsoft.com/office/drawing/2014/main" id="{76D9986E-5CBF-B148-11C4-0EEEC59903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67400" y="241304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09.</a:t>
            </a:r>
          </a:p>
        </p:txBody>
      </p:sp>
      <p:sp>
        <p:nvSpPr>
          <p:cNvPr id="21" name="Espace réservé du texte 33">
            <a:extLst>
              <a:ext uri="{FF2B5EF4-FFF2-40B4-BE49-F238E27FC236}">
                <a16:creationId xmlns:a16="http://schemas.microsoft.com/office/drawing/2014/main" id="{87397014-48BC-EEF6-AFA2-1192D23384C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67400" y="2673000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4" name="Espace réservé du texte 33">
            <a:extLst>
              <a:ext uri="{FF2B5EF4-FFF2-40B4-BE49-F238E27FC236}">
                <a16:creationId xmlns:a16="http://schemas.microsoft.com/office/drawing/2014/main" id="{09FD8FC3-847A-D9B8-CD7C-C48E02C29A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63980" y="3120763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10.</a:t>
            </a:r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37E7C71F-444A-6305-4D07-1FC78E35BE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63980" y="3375000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6" name="Espace réservé du texte 33">
            <a:extLst>
              <a:ext uri="{FF2B5EF4-FFF2-40B4-BE49-F238E27FC236}">
                <a16:creationId xmlns:a16="http://schemas.microsoft.com/office/drawing/2014/main" id="{B02FB306-1F13-2BB6-F5C6-4ED8BC7DCF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81571" y="35100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11.</a:t>
            </a:r>
          </a:p>
        </p:txBody>
      </p:sp>
      <p:sp>
        <p:nvSpPr>
          <p:cNvPr id="28" name="Espace réservé du texte 33">
            <a:extLst>
              <a:ext uri="{FF2B5EF4-FFF2-40B4-BE49-F238E27FC236}">
                <a16:creationId xmlns:a16="http://schemas.microsoft.com/office/drawing/2014/main" id="{5F12A189-3E38-9460-0464-6A261BBA6D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81571" y="598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9" name="Espace réservé du texte 33">
            <a:extLst>
              <a:ext uri="{FF2B5EF4-FFF2-40B4-BE49-F238E27FC236}">
                <a16:creationId xmlns:a16="http://schemas.microsoft.com/office/drawing/2014/main" id="{B5A76B66-B224-9685-1791-2458D475A2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81571" y="100904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12.</a:t>
            </a:r>
          </a:p>
        </p:txBody>
      </p: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CDE358BC-6550-DADC-796F-B59495018E6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581571" y="1246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32" name="Espace réservé du texte 33">
            <a:extLst>
              <a:ext uri="{FF2B5EF4-FFF2-40B4-BE49-F238E27FC236}">
                <a16:creationId xmlns:a16="http://schemas.microsoft.com/office/drawing/2014/main" id="{879F0447-FDE0-1862-DF13-8CD2203006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81571" y="1737198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13.</a:t>
            </a:r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9B694A08-8B12-9090-4F1E-B9BDA8776DF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81571" y="1971000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grpSp>
        <p:nvGrpSpPr>
          <p:cNvPr id="45" name="Group 4">
            <a:extLst>
              <a:ext uri="{FF2B5EF4-FFF2-40B4-BE49-F238E27FC236}">
                <a16:creationId xmlns:a16="http://schemas.microsoft.com/office/drawing/2014/main" id="{8FB53545-3BE3-CF7F-E275-E9E7469C8F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151326" y="4404172"/>
            <a:ext cx="8583474" cy="1616235"/>
            <a:chOff x="1328" y="1689"/>
            <a:chExt cx="5024" cy="946"/>
          </a:xfrm>
          <a:solidFill>
            <a:srgbClr val="E6E6E6"/>
          </a:solidFill>
        </p:grpSpPr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73BB2139-A79E-E3A5-D324-9279630428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8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3 w 868"/>
                <a:gd name="T5" fmla="*/ 917 h 917"/>
                <a:gd name="T6" fmla="*/ 595 w 868"/>
                <a:gd name="T7" fmla="*/ 738 h 917"/>
                <a:gd name="T8" fmla="*/ 263 w 868"/>
                <a:gd name="T9" fmla="*/ 738 h 917"/>
                <a:gd name="T10" fmla="*/ 216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3" y="917"/>
                  </a:lnTo>
                  <a:lnTo>
                    <a:pt x="595" y="738"/>
                  </a:lnTo>
                  <a:lnTo>
                    <a:pt x="263" y="738"/>
                  </a:lnTo>
                  <a:lnTo>
                    <a:pt x="216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FF3444D3-E129-2F55-F3FF-D7043B7F77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99" y="1689"/>
              <a:ext cx="790" cy="946"/>
            </a:xfrm>
            <a:custGeom>
              <a:avLst/>
              <a:gdLst>
                <a:gd name="T0" fmla="*/ 169 w 333"/>
                <a:gd name="T1" fmla="*/ 251 h 396"/>
                <a:gd name="T2" fmla="*/ 169 w 333"/>
                <a:gd name="T3" fmla="*/ 173 h 396"/>
                <a:gd name="T4" fmla="*/ 333 w 333"/>
                <a:gd name="T5" fmla="*/ 173 h 396"/>
                <a:gd name="T6" fmla="*/ 333 w 333"/>
                <a:gd name="T7" fmla="*/ 173 h 396"/>
                <a:gd name="T8" fmla="*/ 333 w 333"/>
                <a:gd name="T9" fmla="*/ 241 h 396"/>
                <a:gd name="T10" fmla="*/ 313 w 333"/>
                <a:gd name="T11" fmla="*/ 322 h 396"/>
                <a:gd name="T12" fmla="*/ 256 w 333"/>
                <a:gd name="T13" fmla="*/ 377 h 396"/>
                <a:gd name="T14" fmla="*/ 170 w 333"/>
                <a:gd name="T15" fmla="*/ 396 h 396"/>
                <a:gd name="T16" fmla="*/ 83 w 333"/>
                <a:gd name="T17" fmla="*/ 376 h 396"/>
                <a:gd name="T18" fmla="*/ 22 w 333"/>
                <a:gd name="T19" fmla="*/ 319 h 396"/>
                <a:gd name="T20" fmla="*/ 0 w 333"/>
                <a:gd name="T21" fmla="*/ 237 h 396"/>
                <a:gd name="T22" fmla="*/ 0 w 333"/>
                <a:gd name="T23" fmla="*/ 160 h 396"/>
                <a:gd name="T24" fmla="*/ 22 w 333"/>
                <a:gd name="T25" fmla="*/ 78 h 396"/>
                <a:gd name="T26" fmla="*/ 82 w 333"/>
                <a:gd name="T27" fmla="*/ 21 h 396"/>
                <a:gd name="T28" fmla="*/ 168 w 333"/>
                <a:gd name="T29" fmla="*/ 0 h 396"/>
                <a:gd name="T30" fmla="*/ 241 w 333"/>
                <a:gd name="T31" fmla="*/ 15 h 396"/>
                <a:gd name="T32" fmla="*/ 298 w 333"/>
                <a:gd name="T33" fmla="*/ 60 h 396"/>
                <a:gd name="T34" fmla="*/ 330 w 333"/>
                <a:gd name="T35" fmla="*/ 141 h 396"/>
                <a:gd name="T36" fmla="*/ 237 w 333"/>
                <a:gd name="T37" fmla="*/ 141 h 396"/>
                <a:gd name="T38" fmla="*/ 213 w 333"/>
                <a:gd name="T39" fmla="*/ 98 h 396"/>
                <a:gd name="T40" fmla="*/ 168 w 333"/>
                <a:gd name="T41" fmla="*/ 84 h 396"/>
                <a:gd name="T42" fmla="*/ 114 w 333"/>
                <a:gd name="T43" fmla="*/ 105 h 396"/>
                <a:gd name="T44" fmla="*/ 93 w 333"/>
                <a:gd name="T45" fmla="*/ 160 h 396"/>
                <a:gd name="T46" fmla="*/ 93 w 333"/>
                <a:gd name="T47" fmla="*/ 237 h 396"/>
                <a:gd name="T48" fmla="*/ 115 w 333"/>
                <a:gd name="T49" fmla="*/ 292 h 396"/>
                <a:gd name="T50" fmla="*/ 169 w 333"/>
                <a:gd name="T51" fmla="*/ 312 h 396"/>
                <a:gd name="T52" fmla="*/ 220 w 333"/>
                <a:gd name="T53" fmla="*/ 297 h 396"/>
                <a:gd name="T54" fmla="*/ 243 w 333"/>
                <a:gd name="T55" fmla="*/ 251 h 396"/>
                <a:gd name="T56" fmla="*/ 169 w 333"/>
                <a:gd name="T57" fmla="*/ 251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3" h="396">
                  <a:moveTo>
                    <a:pt x="169" y="251"/>
                  </a:moveTo>
                  <a:cubicBezTo>
                    <a:pt x="169" y="173"/>
                    <a:pt x="169" y="173"/>
                    <a:pt x="169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33" y="271"/>
                    <a:pt x="326" y="298"/>
                    <a:pt x="313" y="322"/>
                  </a:cubicBezTo>
                  <a:cubicBezTo>
                    <a:pt x="299" y="345"/>
                    <a:pt x="280" y="363"/>
                    <a:pt x="256" y="377"/>
                  </a:cubicBezTo>
                  <a:cubicBezTo>
                    <a:pt x="231" y="390"/>
                    <a:pt x="202" y="396"/>
                    <a:pt x="170" y="396"/>
                  </a:cubicBezTo>
                  <a:cubicBezTo>
                    <a:pt x="138" y="396"/>
                    <a:pt x="109" y="389"/>
                    <a:pt x="83" y="376"/>
                  </a:cubicBezTo>
                  <a:cubicBezTo>
                    <a:pt x="57" y="362"/>
                    <a:pt x="37" y="343"/>
                    <a:pt x="22" y="319"/>
                  </a:cubicBezTo>
                  <a:cubicBezTo>
                    <a:pt x="8" y="294"/>
                    <a:pt x="0" y="267"/>
                    <a:pt x="0" y="237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30"/>
                    <a:pt x="7" y="102"/>
                    <a:pt x="22" y="78"/>
                  </a:cubicBezTo>
                  <a:cubicBezTo>
                    <a:pt x="36" y="54"/>
                    <a:pt x="56" y="35"/>
                    <a:pt x="82" y="21"/>
                  </a:cubicBezTo>
                  <a:cubicBezTo>
                    <a:pt x="107" y="7"/>
                    <a:pt x="136" y="0"/>
                    <a:pt x="168" y="0"/>
                  </a:cubicBezTo>
                  <a:cubicBezTo>
                    <a:pt x="195" y="0"/>
                    <a:pt x="219" y="5"/>
                    <a:pt x="241" y="15"/>
                  </a:cubicBezTo>
                  <a:cubicBezTo>
                    <a:pt x="264" y="24"/>
                    <a:pt x="283" y="39"/>
                    <a:pt x="298" y="60"/>
                  </a:cubicBezTo>
                  <a:cubicBezTo>
                    <a:pt x="314" y="81"/>
                    <a:pt x="325" y="108"/>
                    <a:pt x="330" y="141"/>
                  </a:cubicBezTo>
                  <a:cubicBezTo>
                    <a:pt x="237" y="141"/>
                    <a:pt x="237" y="141"/>
                    <a:pt x="237" y="141"/>
                  </a:cubicBezTo>
                  <a:cubicBezTo>
                    <a:pt x="233" y="122"/>
                    <a:pt x="225" y="108"/>
                    <a:pt x="213" y="98"/>
                  </a:cubicBezTo>
                  <a:cubicBezTo>
                    <a:pt x="201" y="89"/>
                    <a:pt x="186" y="84"/>
                    <a:pt x="168" y="84"/>
                  </a:cubicBezTo>
                  <a:cubicBezTo>
                    <a:pt x="145" y="84"/>
                    <a:pt x="127" y="91"/>
                    <a:pt x="114" y="105"/>
                  </a:cubicBezTo>
                  <a:cubicBezTo>
                    <a:pt x="100" y="119"/>
                    <a:pt x="93" y="137"/>
                    <a:pt x="93" y="160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60"/>
                    <a:pt x="100" y="278"/>
                    <a:pt x="115" y="292"/>
                  </a:cubicBezTo>
                  <a:cubicBezTo>
                    <a:pt x="130" y="305"/>
                    <a:pt x="148" y="312"/>
                    <a:pt x="169" y="312"/>
                  </a:cubicBezTo>
                  <a:cubicBezTo>
                    <a:pt x="189" y="312"/>
                    <a:pt x="206" y="307"/>
                    <a:pt x="220" y="297"/>
                  </a:cubicBezTo>
                  <a:cubicBezTo>
                    <a:pt x="234" y="287"/>
                    <a:pt x="241" y="272"/>
                    <a:pt x="243" y="251"/>
                  </a:cubicBezTo>
                  <a:lnTo>
                    <a:pt x="169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42FEA6AD-424D-2411-4B52-4B5C44AE94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4" y="1704"/>
              <a:ext cx="638" cy="917"/>
            </a:xfrm>
            <a:custGeom>
              <a:avLst/>
              <a:gdLst>
                <a:gd name="T0" fmla="*/ 0 w 638"/>
                <a:gd name="T1" fmla="*/ 0 h 917"/>
                <a:gd name="T2" fmla="*/ 638 w 638"/>
                <a:gd name="T3" fmla="*/ 0 h 917"/>
                <a:gd name="T4" fmla="*/ 638 w 638"/>
                <a:gd name="T5" fmla="*/ 193 h 917"/>
                <a:gd name="T6" fmla="*/ 216 w 638"/>
                <a:gd name="T7" fmla="*/ 193 h 917"/>
                <a:gd name="T8" fmla="*/ 216 w 638"/>
                <a:gd name="T9" fmla="*/ 363 h 917"/>
                <a:gd name="T10" fmla="*/ 631 w 638"/>
                <a:gd name="T11" fmla="*/ 363 h 917"/>
                <a:gd name="T12" fmla="*/ 631 w 638"/>
                <a:gd name="T13" fmla="*/ 547 h 917"/>
                <a:gd name="T14" fmla="*/ 216 w 638"/>
                <a:gd name="T15" fmla="*/ 547 h 917"/>
                <a:gd name="T16" fmla="*/ 216 w 638"/>
                <a:gd name="T17" fmla="*/ 726 h 917"/>
                <a:gd name="T18" fmla="*/ 638 w 638"/>
                <a:gd name="T19" fmla="*/ 726 h 917"/>
                <a:gd name="T20" fmla="*/ 638 w 638"/>
                <a:gd name="T21" fmla="*/ 917 h 917"/>
                <a:gd name="T22" fmla="*/ 0 w 638"/>
                <a:gd name="T23" fmla="*/ 917 h 917"/>
                <a:gd name="T24" fmla="*/ 0 w 638"/>
                <a:gd name="T25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8" h="917">
                  <a:moveTo>
                    <a:pt x="0" y="0"/>
                  </a:moveTo>
                  <a:lnTo>
                    <a:pt x="638" y="0"/>
                  </a:lnTo>
                  <a:lnTo>
                    <a:pt x="638" y="193"/>
                  </a:lnTo>
                  <a:lnTo>
                    <a:pt x="216" y="193"/>
                  </a:lnTo>
                  <a:lnTo>
                    <a:pt x="216" y="363"/>
                  </a:lnTo>
                  <a:lnTo>
                    <a:pt x="631" y="363"/>
                  </a:lnTo>
                  <a:lnTo>
                    <a:pt x="631" y="547"/>
                  </a:lnTo>
                  <a:lnTo>
                    <a:pt x="216" y="547"/>
                  </a:lnTo>
                  <a:lnTo>
                    <a:pt x="216" y="726"/>
                  </a:lnTo>
                  <a:lnTo>
                    <a:pt x="638" y="726"/>
                  </a:lnTo>
                  <a:lnTo>
                    <a:pt x="638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7CBB21D7-7D41-B69C-740A-680D1592D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51" y="1704"/>
              <a:ext cx="759" cy="917"/>
            </a:xfrm>
            <a:custGeom>
              <a:avLst/>
              <a:gdLst>
                <a:gd name="T0" fmla="*/ 0 w 759"/>
                <a:gd name="T1" fmla="*/ 0 h 917"/>
                <a:gd name="T2" fmla="*/ 363 w 759"/>
                <a:gd name="T3" fmla="*/ 0 h 917"/>
                <a:gd name="T4" fmla="*/ 557 w 759"/>
                <a:gd name="T5" fmla="*/ 776 h 917"/>
                <a:gd name="T6" fmla="*/ 557 w 759"/>
                <a:gd name="T7" fmla="*/ 0 h 917"/>
                <a:gd name="T8" fmla="*/ 759 w 759"/>
                <a:gd name="T9" fmla="*/ 0 h 917"/>
                <a:gd name="T10" fmla="*/ 759 w 759"/>
                <a:gd name="T11" fmla="*/ 917 h 917"/>
                <a:gd name="T12" fmla="*/ 396 w 759"/>
                <a:gd name="T13" fmla="*/ 917 h 917"/>
                <a:gd name="T14" fmla="*/ 201 w 759"/>
                <a:gd name="T15" fmla="*/ 136 h 917"/>
                <a:gd name="T16" fmla="*/ 201 w 759"/>
                <a:gd name="T17" fmla="*/ 917 h 917"/>
                <a:gd name="T18" fmla="*/ 0 w 759"/>
                <a:gd name="T19" fmla="*/ 917 h 917"/>
                <a:gd name="T20" fmla="*/ 0 w 759"/>
                <a:gd name="T21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9" h="917">
                  <a:moveTo>
                    <a:pt x="0" y="0"/>
                  </a:moveTo>
                  <a:lnTo>
                    <a:pt x="363" y="0"/>
                  </a:lnTo>
                  <a:lnTo>
                    <a:pt x="557" y="776"/>
                  </a:lnTo>
                  <a:lnTo>
                    <a:pt x="557" y="0"/>
                  </a:lnTo>
                  <a:lnTo>
                    <a:pt x="759" y="0"/>
                  </a:lnTo>
                  <a:lnTo>
                    <a:pt x="759" y="917"/>
                  </a:lnTo>
                  <a:lnTo>
                    <a:pt x="396" y="917"/>
                  </a:lnTo>
                  <a:lnTo>
                    <a:pt x="201" y="136"/>
                  </a:lnTo>
                  <a:lnTo>
                    <a:pt x="201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99E95070-6862-315B-395E-4DF84F6A2E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3" y="1704"/>
              <a:ext cx="741" cy="917"/>
            </a:xfrm>
            <a:custGeom>
              <a:avLst/>
              <a:gdLst>
                <a:gd name="T0" fmla="*/ 146 w 312"/>
                <a:gd name="T1" fmla="*/ 384 h 384"/>
                <a:gd name="T2" fmla="*/ 0 w 312"/>
                <a:gd name="T3" fmla="*/ 384 h 384"/>
                <a:gd name="T4" fmla="*/ 0 w 312"/>
                <a:gd name="T5" fmla="*/ 158 h 384"/>
                <a:gd name="T6" fmla="*/ 92 w 312"/>
                <a:gd name="T7" fmla="*/ 85 h 384"/>
                <a:gd name="T8" fmla="*/ 92 w 312"/>
                <a:gd name="T9" fmla="*/ 300 h 384"/>
                <a:gd name="T10" fmla="*/ 146 w 312"/>
                <a:gd name="T11" fmla="*/ 300 h 384"/>
                <a:gd name="T12" fmla="*/ 198 w 312"/>
                <a:gd name="T13" fmla="*/ 279 h 384"/>
                <a:gd name="T14" fmla="*/ 219 w 312"/>
                <a:gd name="T15" fmla="*/ 226 h 384"/>
                <a:gd name="T16" fmla="*/ 219 w 312"/>
                <a:gd name="T17" fmla="*/ 158 h 384"/>
                <a:gd name="T18" fmla="*/ 198 w 312"/>
                <a:gd name="T19" fmla="*/ 106 h 384"/>
                <a:gd name="T20" fmla="*/ 146 w 312"/>
                <a:gd name="T21" fmla="*/ 85 h 384"/>
                <a:gd name="T22" fmla="*/ 0 w 312"/>
                <a:gd name="T23" fmla="*/ 85 h 384"/>
                <a:gd name="T24" fmla="*/ 0 w 312"/>
                <a:gd name="T25" fmla="*/ 0 h 384"/>
                <a:gd name="T26" fmla="*/ 146 w 312"/>
                <a:gd name="T27" fmla="*/ 0 h 384"/>
                <a:gd name="T28" fmla="*/ 230 w 312"/>
                <a:gd name="T29" fmla="*/ 22 h 384"/>
                <a:gd name="T30" fmla="*/ 290 w 312"/>
                <a:gd name="T31" fmla="*/ 79 h 384"/>
                <a:gd name="T32" fmla="*/ 312 w 312"/>
                <a:gd name="T33" fmla="*/ 158 h 384"/>
                <a:gd name="T34" fmla="*/ 312 w 312"/>
                <a:gd name="T35" fmla="*/ 226 h 384"/>
                <a:gd name="T36" fmla="*/ 290 w 312"/>
                <a:gd name="T37" fmla="*/ 306 h 384"/>
                <a:gd name="T38" fmla="*/ 230 w 312"/>
                <a:gd name="T39" fmla="*/ 363 h 384"/>
                <a:gd name="T40" fmla="*/ 146 w 312"/>
                <a:gd name="T4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2" h="384">
                  <a:moveTo>
                    <a:pt x="146" y="384"/>
                  </a:moveTo>
                  <a:cubicBezTo>
                    <a:pt x="0" y="384"/>
                    <a:pt x="0" y="384"/>
                    <a:pt x="0" y="38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2" y="300"/>
                    <a:pt x="92" y="300"/>
                    <a:pt x="92" y="300"/>
                  </a:cubicBezTo>
                  <a:cubicBezTo>
                    <a:pt x="146" y="300"/>
                    <a:pt x="146" y="300"/>
                    <a:pt x="146" y="300"/>
                  </a:cubicBezTo>
                  <a:cubicBezTo>
                    <a:pt x="167" y="300"/>
                    <a:pt x="185" y="293"/>
                    <a:pt x="198" y="279"/>
                  </a:cubicBezTo>
                  <a:cubicBezTo>
                    <a:pt x="212" y="266"/>
                    <a:pt x="219" y="248"/>
                    <a:pt x="219" y="226"/>
                  </a:cubicBezTo>
                  <a:cubicBezTo>
                    <a:pt x="219" y="158"/>
                    <a:pt x="219" y="158"/>
                    <a:pt x="219" y="158"/>
                  </a:cubicBezTo>
                  <a:cubicBezTo>
                    <a:pt x="219" y="137"/>
                    <a:pt x="212" y="119"/>
                    <a:pt x="198" y="106"/>
                  </a:cubicBezTo>
                  <a:cubicBezTo>
                    <a:pt x="185" y="92"/>
                    <a:pt x="167" y="85"/>
                    <a:pt x="146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7" y="0"/>
                    <a:pt x="205" y="7"/>
                    <a:pt x="230" y="22"/>
                  </a:cubicBezTo>
                  <a:cubicBezTo>
                    <a:pt x="255" y="36"/>
                    <a:pt x="275" y="55"/>
                    <a:pt x="290" y="79"/>
                  </a:cubicBezTo>
                  <a:cubicBezTo>
                    <a:pt x="304" y="102"/>
                    <a:pt x="312" y="129"/>
                    <a:pt x="312" y="158"/>
                  </a:cubicBezTo>
                  <a:cubicBezTo>
                    <a:pt x="312" y="226"/>
                    <a:pt x="312" y="226"/>
                    <a:pt x="312" y="226"/>
                  </a:cubicBezTo>
                  <a:cubicBezTo>
                    <a:pt x="312" y="256"/>
                    <a:pt x="304" y="282"/>
                    <a:pt x="290" y="306"/>
                  </a:cubicBezTo>
                  <a:cubicBezTo>
                    <a:pt x="275" y="330"/>
                    <a:pt x="255" y="349"/>
                    <a:pt x="230" y="363"/>
                  </a:cubicBezTo>
                  <a:cubicBezTo>
                    <a:pt x="205" y="377"/>
                    <a:pt x="177" y="384"/>
                    <a:pt x="146" y="3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74CC15B0-3C26-8D14-D00F-6128BE6270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84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5 w 868"/>
                <a:gd name="T5" fmla="*/ 917 h 917"/>
                <a:gd name="T6" fmla="*/ 598 w 868"/>
                <a:gd name="T7" fmla="*/ 738 h 917"/>
                <a:gd name="T8" fmla="*/ 263 w 868"/>
                <a:gd name="T9" fmla="*/ 738 h 917"/>
                <a:gd name="T10" fmla="*/ 218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5" y="917"/>
                  </a:lnTo>
                  <a:lnTo>
                    <a:pt x="598" y="738"/>
                  </a:lnTo>
                  <a:lnTo>
                    <a:pt x="263" y="738"/>
                  </a:lnTo>
                  <a:lnTo>
                    <a:pt x="218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5A3C6BE5-F201-7D78-6CF9-2A50F79EA5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4274" y="6372200"/>
            <a:ext cx="108000" cy="108000"/>
            <a:chOff x="961227" y="5651700"/>
            <a:chExt cx="54000" cy="54000"/>
          </a:xfrm>
        </p:grpSpPr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FBFBE96-1FA3-FA9C-F922-DCCA97EEAA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0F2E04B0-48E3-01AA-DDA4-24C5EAA10232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4">
            <a:extLst>
              <a:ext uri="{FF2B5EF4-FFF2-40B4-BE49-F238E27FC236}">
                <a16:creationId xmlns:a16="http://schemas.microsoft.com/office/drawing/2014/main" id="{9A672D19-B48E-1F02-4AF8-BA1A64F309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EB9BF515-E5CC-E0BF-335F-EAA3BCA5DB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025C6706-2D37-64F8-70CE-D082C4A87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8647B23C-0558-D444-388F-43EFF88B14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2B3D70D2-2CEF-0E73-7644-4351AF234C0F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5AC77488-C323-BB9E-C1D3-A563A4AF6AD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F52A8B70-FE8D-DE2D-EA9C-80587E8EC40E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52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—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3">
            <a:extLst>
              <a:ext uri="{FF2B5EF4-FFF2-40B4-BE49-F238E27FC236}">
                <a16:creationId xmlns:a16="http://schemas.microsoft.com/office/drawing/2014/main" id="{8940CF40-D238-871A-4FD0-576181CDE7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1989" y="35100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5" name="Espace réservé du texte 33">
            <a:extLst>
              <a:ext uri="{FF2B5EF4-FFF2-40B4-BE49-F238E27FC236}">
                <a16:creationId xmlns:a16="http://schemas.microsoft.com/office/drawing/2014/main" id="{4CC0703E-BBCF-CC3C-D361-2F450D06B9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1989" y="598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4" name="Espace réservé du texte 33">
            <a:extLst>
              <a:ext uri="{FF2B5EF4-FFF2-40B4-BE49-F238E27FC236}">
                <a16:creationId xmlns:a16="http://schemas.microsoft.com/office/drawing/2014/main" id="{C1E578D2-5D4E-A231-B2F0-D4B02E59F0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67400" y="35100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15" name="Espace réservé du texte 33">
            <a:extLst>
              <a:ext uri="{FF2B5EF4-FFF2-40B4-BE49-F238E27FC236}">
                <a16:creationId xmlns:a16="http://schemas.microsoft.com/office/drawing/2014/main" id="{4B524F87-8436-51A5-8035-88FD6EF5C0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7400" y="598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6" name="Espace réservé du texte 33">
            <a:extLst>
              <a:ext uri="{FF2B5EF4-FFF2-40B4-BE49-F238E27FC236}">
                <a16:creationId xmlns:a16="http://schemas.microsoft.com/office/drawing/2014/main" id="{B02FB306-1F13-2BB6-F5C6-4ED8BC7DCF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80461" y="35100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28" name="Espace réservé du texte 33">
            <a:extLst>
              <a:ext uri="{FF2B5EF4-FFF2-40B4-BE49-F238E27FC236}">
                <a16:creationId xmlns:a16="http://schemas.microsoft.com/office/drawing/2014/main" id="{5F12A189-3E38-9460-0464-6A261BBA6D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80461" y="59823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93C1E0A-6DE0-191E-059B-937E11937BD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4349" y="439351"/>
            <a:ext cx="1317206" cy="248024"/>
            <a:chOff x="1328" y="1689"/>
            <a:chExt cx="5024" cy="946"/>
          </a:xfrm>
          <a:solidFill>
            <a:schemeClr val="tx1"/>
          </a:solidFill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D473EDB2-AD92-0A87-297E-B8BD9EBEAE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8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3 w 868"/>
                <a:gd name="T5" fmla="*/ 917 h 917"/>
                <a:gd name="T6" fmla="*/ 595 w 868"/>
                <a:gd name="T7" fmla="*/ 738 h 917"/>
                <a:gd name="T8" fmla="*/ 263 w 868"/>
                <a:gd name="T9" fmla="*/ 738 h 917"/>
                <a:gd name="T10" fmla="*/ 216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3" y="917"/>
                  </a:lnTo>
                  <a:lnTo>
                    <a:pt x="595" y="738"/>
                  </a:lnTo>
                  <a:lnTo>
                    <a:pt x="263" y="738"/>
                  </a:lnTo>
                  <a:lnTo>
                    <a:pt x="216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737E1123-0DDB-2105-3FB7-05A9A69C7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99" y="1689"/>
              <a:ext cx="790" cy="946"/>
            </a:xfrm>
            <a:custGeom>
              <a:avLst/>
              <a:gdLst>
                <a:gd name="T0" fmla="*/ 169 w 333"/>
                <a:gd name="T1" fmla="*/ 251 h 396"/>
                <a:gd name="T2" fmla="*/ 169 w 333"/>
                <a:gd name="T3" fmla="*/ 173 h 396"/>
                <a:gd name="T4" fmla="*/ 333 w 333"/>
                <a:gd name="T5" fmla="*/ 173 h 396"/>
                <a:gd name="T6" fmla="*/ 333 w 333"/>
                <a:gd name="T7" fmla="*/ 173 h 396"/>
                <a:gd name="T8" fmla="*/ 333 w 333"/>
                <a:gd name="T9" fmla="*/ 241 h 396"/>
                <a:gd name="T10" fmla="*/ 313 w 333"/>
                <a:gd name="T11" fmla="*/ 322 h 396"/>
                <a:gd name="T12" fmla="*/ 256 w 333"/>
                <a:gd name="T13" fmla="*/ 377 h 396"/>
                <a:gd name="T14" fmla="*/ 170 w 333"/>
                <a:gd name="T15" fmla="*/ 396 h 396"/>
                <a:gd name="T16" fmla="*/ 83 w 333"/>
                <a:gd name="T17" fmla="*/ 376 h 396"/>
                <a:gd name="T18" fmla="*/ 22 w 333"/>
                <a:gd name="T19" fmla="*/ 319 h 396"/>
                <a:gd name="T20" fmla="*/ 0 w 333"/>
                <a:gd name="T21" fmla="*/ 237 h 396"/>
                <a:gd name="T22" fmla="*/ 0 w 333"/>
                <a:gd name="T23" fmla="*/ 160 h 396"/>
                <a:gd name="T24" fmla="*/ 22 w 333"/>
                <a:gd name="T25" fmla="*/ 78 h 396"/>
                <a:gd name="T26" fmla="*/ 82 w 333"/>
                <a:gd name="T27" fmla="*/ 21 h 396"/>
                <a:gd name="T28" fmla="*/ 168 w 333"/>
                <a:gd name="T29" fmla="*/ 0 h 396"/>
                <a:gd name="T30" fmla="*/ 241 w 333"/>
                <a:gd name="T31" fmla="*/ 15 h 396"/>
                <a:gd name="T32" fmla="*/ 298 w 333"/>
                <a:gd name="T33" fmla="*/ 60 h 396"/>
                <a:gd name="T34" fmla="*/ 330 w 333"/>
                <a:gd name="T35" fmla="*/ 141 h 396"/>
                <a:gd name="T36" fmla="*/ 237 w 333"/>
                <a:gd name="T37" fmla="*/ 141 h 396"/>
                <a:gd name="T38" fmla="*/ 213 w 333"/>
                <a:gd name="T39" fmla="*/ 98 h 396"/>
                <a:gd name="T40" fmla="*/ 168 w 333"/>
                <a:gd name="T41" fmla="*/ 84 h 396"/>
                <a:gd name="T42" fmla="*/ 114 w 333"/>
                <a:gd name="T43" fmla="*/ 105 h 396"/>
                <a:gd name="T44" fmla="*/ 93 w 333"/>
                <a:gd name="T45" fmla="*/ 160 h 396"/>
                <a:gd name="T46" fmla="*/ 93 w 333"/>
                <a:gd name="T47" fmla="*/ 237 h 396"/>
                <a:gd name="T48" fmla="*/ 115 w 333"/>
                <a:gd name="T49" fmla="*/ 292 h 396"/>
                <a:gd name="T50" fmla="*/ 169 w 333"/>
                <a:gd name="T51" fmla="*/ 312 h 396"/>
                <a:gd name="T52" fmla="*/ 220 w 333"/>
                <a:gd name="T53" fmla="*/ 297 h 396"/>
                <a:gd name="T54" fmla="*/ 243 w 333"/>
                <a:gd name="T55" fmla="*/ 251 h 396"/>
                <a:gd name="T56" fmla="*/ 169 w 333"/>
                <a:gd name="T57" fmla="*/ 251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3" h="396">
                  <a:moveTo>
                    <a:pt x="169" y="251"/>
                  </a:moveTo>
                  <a:cubicBezTo>
                    <a:pt x="169" y="173"/>
                    <a:pt x="169" y="173"/>
                    <a:pt x="169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33" y="271"/>
                    <a:pt x="326" y="298"/>
                    <a:pt x="313" y="322"/>
                  </a:cubicBezTo>
                  <a:cubicBezTo>
                    <a:pt x="299" y="345"/>
                    <a:pt x="280" y="363"/>
                    <a:pt x="256" y="377"/>
                  </a:cubicBezTo>
                  <a:cubicBezTo>
                    <a:pt x="231" y="390"/>
                    <a:pt x="202" y="396"/>
                    <a:pt x="170" y="396"/>
                  </a:cubicBezTo>
                  <a:cubicBezTo>
                    <a:pt x="138" y="396"/>
                    <a:pt x="109" y="389"/>
                    <a:pt x="83" y="376"/>
                  </a:cubicBezTo>
                  <a:cubicBezTo>
                    <a:pt x="57" y="362"/>
                    <a:pt x="37" y="343"/>
                    <a:pt x="22" y="319"/>
                  </a:cubicBezTo>
                  <a:cubicBezTo>
                    <a:pt x="8" y="294"/>
                    <a:pt x="0" y="267"/>
                    <a:pt x="0" y="237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30"/>
                    <a:pt x="7" y="102"/>
                    <a:pt x="22" y="78"/>
                  </a:cubicBezTo>
                  <a:cubicBezTo>
                    <a:pt x="36" y="54"/>
                    <a:pt x="56" y="35"/>
                    <a:pt x="82" y="21"/>
                  </a:cubicBezTo>
                  <a:cubicBezTo>
                    <a:pt x="107" y="7"/>
                    <a:pt x="136" y="0"/>
                    <a:pt x="168" y="0"/>
                  </a:cubicBezTo>
                  <a:cubicBezTo>
                    <a:pt x="195" y="0"/>
                    <a:pt x="219" y="5"/>
                    <a:pt x="241" y="15"/>
                  </a:cubicBezTo>
                  <a:cubicBezTo>
                    <a:pt x="264" y="24"/>
                    <a:pt x="283" y="39"/>
                    <a:pt x="298" y="60"/>
                  </a:cubicBezTo>
                  <a:cubicBezTo>
                    <a:pt x="314" y="81"/>
                    <a:pt x="325" y="108"/>
                    <a:pt x="330" y="141"/>
                  </a:cubicBezTo>
                  <a:cubicBezTo>
                    <a:pt x="237" y="141"/>
                    <a:pt x="237" y="141"/>
                    <a:pt x="237" y="141"/>
                  </a:cubicBezTo>
                  <a:cubicBezTo>
                    <a:pt x="233" y="122"/>
                    <a:pt x="225" y="108"/>
                    <a:pt x="213" y="98"/>
                  </a:cubicBezTo>
                  <a:cubicBezTo>
                    <a:pt x="201" y="89"/>
                    <a:pt x="186" y="84"/>
                    <a:pt x="168" y="84"/>
                  </a:cubicBezTo>
                  <a:cubicBezTo>
                    <a:pt x="145" y="84"/>
                    <a:pt x="127" y="91"/>
                    <a:pt x="114" y="105"/>
                  </a:cubicBezTo>
                  <a:cubicBezTo>
                    <a:pt x="100" y="119"/>
                    <a:pt x="93" y="137"/>
                    <a:pt x="93" y="160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60"/>
                    <a:pt x="100" y="278"/>
                    <a:pt x="115" y="292"/>
                  </a:cubicBezTo>
                  <a:cubicBezTo>
                    <a:pt x="130" y="305"/>
                    <a:pt x="148" y="312"/>
                    <a:pt x="169" y="312"/>
                  </a:cubicBezTo>
                  <a:cubicBezTo>
                    <a:pt x="189" y="312"/>
                    <a:pt x="206" y="307"/>
                    <a:pt x="220" y="297"/>
                  </a:cubicBezTo>
                  <a:cubicBezTo>
                    <a:pt x="234" y="287"/>
                    <a:pt x="241" y="272"/>
                    <a:pt x="243" y="251"/>
                  </a:cubicBezTo>
                  <a:lnTo>
                    <a:pt x="169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4716E229-424D-1E14-BB4B-B4D3314008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4" y="1704"/>
              <a:ext cx="638" cy="917"/>
            </a:xfrm>
            <a:custGeom>
              <a:avLst/>
              <a:gdLst>
                <a:gd name="T0" fmla="*/ 0 w 638"/>
                <a:gd name="T1" fmla="*/ 0 h 917"/>
                <a:gd name="T2" fmla="*/ 638 w 638"/>
                <a:gd name="T3" fmla="*/ 0 h 917"/>
                <a:gd name="T4" fmla="*/ 638 w 638"/>
                <a:gd name="T5" fmla="*/ 193 h 917"/>
                <a:gd name="T6" fmla="*/ 216 w 638"/>
                <a:gd name="T7" fmla="*/ 193 h 917"/>
                <a:gd name="T8" fmla="*/ 216 w 638"/>
                <a:gd name="T9" fmla="*/ 363 h 917"/>
                <a:gd name="T10" fmla="*/ 631 w 638"/>
                <a:gd name="T11" fmla="*/ 363 h 917"/>
                <a:gd name="T12" fmla="*/ 631 w 638"/>
                <a:gd name="T13" fmla="*/ 547 h 917"/>
                <a:gd name="T14" fmla="*/ 216 w 638"/>
                <a:gd name="T15" fmla="*/ 547 h 917"/>
                <a:gd name="T16" fmla="*/ 216 w 638"/>
                <a:gd name="T17" fmla="*/ 726 h 917"/>
                <a:gd name="T18" fmla="*/ 638 w 638"/>
                <a:gd name="T19" fmla="*/ 726 h 917"/>
                <a:gd name="T20" fmla="*/ 638 w 638"/>
                <a:gd name="T21" fmla="*/ 917 h 917"/>
                <a:gd name="T22" fmla="*/ 0 w 638"/>
                <a:gd name="T23" fmla="*/ 917 h 917"/>
                <a:gd name="T24" fmla="*/ 0 w 638"/>
                <a:gd name="T25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8" h="917">
                  <a:moveTo>
                    <a:pt x="0" y="0"/>
                  </a:moveTo>
                  <a:lnTo>
                    <a:pt x="638" y="0"/>
                  </a:lnTo>
                  <a:lnTo>
                    <a:pt x="638" y="193"/>
                  </a:lnTo>
                  <a:lnTo>
                    <a:pt x="216" y="193"/>
                  </a:lnTo>
                  <a:lnTo>
                    <a:pt x="216" y="363"/>
                  </a:lnTo>
                  <a:lnTo>
                    <a:pt x="631" y="363"/>
                  </a:lnTo>
                  <a:lnTo>
                    <a:pt x="631" y="547"/>
                  </a:lnTo>
                  <a:lnTo>
                    <a:pt x="216" y="547"/>
                  </a:lnTo>
                  <a:lnTo>
                    <a:pt x="216" y="726"/>
                  </a:lnTo>
                  <a:lnTo>
                    <a:pt x="638" y="726"/>
                  </a:lnTo>
                  <a:lnTo>
                    <a:pt x="638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F853C524-42CC-F28D-798D-7911B2D7C4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51" y="1704"/>
              <a:ext cx="759" cy="917"/>
            </a:xfrm>
            <a:custGeom>
              <a:avLst/>
              <a:gdLst>
                <a:gd name="T0" fmla="*/ 0 w 759"/>
                <a:gd name="T1" fmla="*/ 0 h 917"/>
                <a:gd name="T2" fmla="*/ 363 w 759"/>
                <a:gd name="T3" fmla="*/ 0 h 917"/>
                <a:gd name="T4" fmla="*/ 557 w 759"/>
                <a:gd name="T5" fmla="*/ 776 h 917"/>
                <a:gd name="T6" fmla="*/ 557 w 759"/>
                <a:gd name="T7" fmla="*/ 0 h 917"/>
                <a:gd name="T8" fmla="*/ 759 w 759"/>
                <a:gd name="T9" fmla="*/ 0 h 917"/>
                <a:gd name="T10" fmla="*/ 759 w 759"/>
                <a:gd name="T11" fmla="*/ 917 h 917"/>
                <a:gd name="T12" fmla="*/ 396 w 759"/>
                <a:gd name="T13" fmla="*/ 917 h 917"/>
                <a:gd name="T14" fmla="*/ 201 w 759"/>
                <a:gd name="T15" fmla="*/ 136 h 917"/>
                <a:gd name="T16" fmla="*/ 201 w 759"/>
                <a:gd name="T17" fmla="*/ 917 h 917"/>
                <a:gd name="T18" fmla="*/ 0 w 759"/>
                <a:gd name="T19" fmla="*/ 917 h 917"/>
                <a:gd name="T20" fmla="*/ 0 w 759"/>
                <a:gd name="T21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9" h="917">
                  <a:moveTo>
                    <a:pt x="0" y="0"/>
                  </a:moveTo>
                  <a:lnTo>
                    <a:pt x="363" y="0"/>
                  </a:lnTo>
                  <a:lnTo>
                    <a:pt x="557" y="776"/>
                  </a:lnTo>
                  <a:lnTo>
                    <a:pt x="557" y="0"/>
                  </a:lnTo>
                  <a:lnTo>
                    <a:pt x="759" y="0"/>
                  </a:lnTo>
                  <a:lnTo>
                    <a:pt x="759" y="917"/>
                  </a:lnTo>
                  <a:lnTo>
                    <a:pt x="396" y="917"/>
                  </a:lnTo>
                  <a:lnTo>
                    <a:pt x="201" y="136"/>
                  </a:lnTo>
                  <a:lnTo>
                    <a:pt x="201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06C45157-11AE-6BFB-E82E-B4270AAC83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3" y="1704"/>
              <a:ext cx="741" cy="917"/>
            </a:xfrm>
            <a:custGeom>
              <a:avLst/>
              <a:gdLst>
                <a:gd name="T0" fmla="*/ 146 w 312"/>
                <a:gd name="T1" fmla="*/ 384 h 384"/>
                <a:gd name="T2" fmla="*/ 0 w 312"/>
                <a:gd name="T3" fmla="*/ 384 h 384"/>
                <a:gd name="T4" fmla="*/ 0 w 312"/>
                <a:gd name="T5" fmla="*/ 158 h 384"/>
                <a:gd name="T6" fmla="*/ 92 w 312"/>
                <a:gd name="T7" fmla="*/ 85 h 384"/>
                <a:gd name="T8" fmla="*/ 92 w 312"/>
                <a:gd name="T9" fmla="*/ 300 h 384"/>
                <a:gd name="T10" fmla="*/ 146 w 312"/>
                <a:gd name="T11" fmla="*/ 300 h 384"/>
                <a:gd name="T12" fmla="*/ 198 w 312"/>
                <a:gd name="T13" fmla="*/ 279 h 384"/>
                <a:gd name="T14" fmla="*/ 219 w 312"/>
                <a:gd name="T15" fmla="*/ 226 h 384"/>
                <a:gd name="T16" fmla="*/ 219 w 312"/>
                <a:gd name="T17" fmla="*/ 158 h 384"/>
                <a:gd name="T18" fmla="*/ 198 w 312"/>
                <a:gd name="T19" fmla="*/ 106 h 384"/>
                <a:gd name="T20" fmla="*/ 146 w 312"/>
                <a:gd name="T21" fmla="*/ 85 h 384"/>
                <a:gd name="T22" fmla="*/ 0 w 312"/>
                <a:gd name="T23" fmla="*/ 85 h 384"/>
                <a:gd name="T24" fmla="*/ 0 w 312"/>
                <a:gd name="T25" fmla="*/ 0 h 384"/>
                <a:gd name="T26" fmla="*/ 146 w 312"/>
                <a:gd name="T27" fmla="*/ 0 h 384"/>
                <a:gd name="T28" fmla="*/ 230 w 312"/>
                <a:gd name="T29" fmla="*/ 22 h 384"/>
                <a:gd name="T30" fmla="*/ 290 w 312"/>
                <a:gd name="T31" fmla="*/ 79 h 384"/>
                <a:gd name="T32" fmla="*/ 312 w 312"/>
                <a:gd name="T33" fmla="*/ 158 h 384"/>
                <a:gd name="T34" fmla="*/ 312 w 312"/>
                <a:gd name="T35" fmla="*/ 226 h 384"/>
                <a:gd name="T36" fmla="*/ 290 w 312"/>
                <a:gd name="T37" fmla="*/ 306 h 384"/>
                <a:gd name="T38" fmla="*/ 230 w 312"/>
                <a:gd name="T39" fmla="*/ 363 h 384"/>
                <a:gd name="T40" fmla="*/ 146 w 312"/>
                <a:gd name="T4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2" h="384">
                  <a:moveTo>
                    <a:pt x="146" y="384"/>
                  </a:moveTo>
                  <a:cubicBezTo>
                    <a:pt x="0" y="384"/>
                    <a:pt x="0" y="384"/>
                    <a:pt x="0" y="38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2" y="300"/>
                    <a:pt x="92" y="300"/>
                    <a:pt x="92" y="300"/>
                  </a:cubicBezTo>
                  <a:cubicBezTo>
                    <a:pt x="146" y="300"/>
                    <a:pt x="146" y="300"/>
                    <a:pt x="146" y="300"/>
                  </a:cubicBezTo>
                  <a:cubicBezTo>
                    <a:pt x="167" y="300"/>
                    <a:pt x="185" y="293"/>
                    <a:pt x="198" y="279"/>
                  </a:cubicBezTo>
                  <a:cubicBezTo>
                    <a:pt x="212" y="266"/>
                    <a:pt x="219" y="248"/>
                    <a:pt x="219" y="226"/>
                  </a:cubicBezTo>
                  <a:cubicBezTo>
                    <a:pt x="219" y="158"/>
                    <a:pt x="219" y="158"/>
                    <a:pt x="219" y="158"/>
                  </a:cubicBezTo>
                  <a:cubicBezTo>
                    <a:pt x="219" y="137"/>
                    <a:pt x="212" y="119"/>
                    <a:pt x="198" y="106"/>
                  </a:cubicBezTo>
                  <a:cubicBezTo>
                    <a:pt x="185" y="92"/>
                    <a:pt x="167" y="85"/>
                    <a:pt x="146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7" y="0"/>
                    <a:pt x="205" y="7"/>
                    <a:pt x="230" y="22"/>
                  </a:cubicBezTo>
                  <a:cubicBezTo>
                    <a:pt x="255" y="36"/>
                    <a:pt x="275" y="55"/>
                    <a:pt x="290" y="79"/>
                  </a:cubicBezTo>
                  <a:cubicBezTo>
                    <a:pt x="304" y="102"/>
                    <a:pt x="312" y="129"/>
                    <a:pt x="312" y="158"/>
                  </a:cubicBezTo>
                  <a:cubicBezTo>
                    <a:pt x="312" y="226"/>
                    <a:pt x="312" y="226"/>
                    <a:pt x="312" y="226"/>
                  </a:cubicBezTo>
                  <a:cubicBezTo>
                    <a:pt x="312" y="256"/>
                    <a:pt x="304" y="282"/>
                    <a:pt x="290" y="306"/>
                  </a:cubicBezTo>
                  <a:cubicBezTo>
                    <a:pt x="275" y="330"/>
                    <a:pt x="255" y="349"/>
                    <a:pt x="230" y="363"/>
                  </a:cubicBezTo>
                  <a:cubicBezTo>
                    <a:pt x="205" y="377"/>
                    <a:pt x="177" y="384"/>
                    <a:pt x="146" y="3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C5D9A604-D053-FFE2-D3F4-125C05B38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84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5 w 868"/>
                <a:gd name="T5" fmla="*/ 917 h 917"/>
                <a:gd name="T6" fmla="*/ 598 w 868"/>
                <a:gd name="T7" fmla="*/ 738 h 917"/>
                <a:gd name="T8" fmla="*/ 263 w 868"/>
                <a:gd name="T9" fmla="*/ 738 h 917"/>
                <a:gd name="T10" fmla="*/ 218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5" y="917"/>
                  </a:lnTo>
                  <a:lnTo>
                    <a:pt x="598" y="738"/>
                  </a:lnTo>
                  <a:lnTo>
                    <a:pt x="263" y="738"/>
                  </a:lnTo>
                  <a:lnTo>
                    <a:pt x="218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44" name="Espace réservé du texte 33">
            <a:extLst>
              <a:ext uri="{FF2B5EF4-FFF2-40B4-BE49-F238E27FC236}">
                <a16:creationId xmlns:a16="http://schemas.microsoft.com/office/drawing/2014/main" id="{AB9AE6BE-41B1-D323-A272-383B95F7AC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1989" y="795477"/>
            <a:ext cx="2562818" cy="1027241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8" name="Espace réservé du texte 33">
            <a:extLst>
              <a:ext uri="{FF2B5EF4-FFF2-40B4-BE49-F238E27FC236}">
                <a16:creationId xmlns:a16="http://schemas.microsoft.com/office/drawing/2014/main" id="{7A17EA29-BB8A-C966-91E4-5A67FC1584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66012" y="795478"/>
            <a:ext cx="2562818" cy="1027240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6" name="Espace réservé du texte 33">
            <a:extLst>
              <a:ext uri="{FF2B5EF4-FFF2-40B4-BE49-F238E27FC236}">
                <a16:creationId xmlns:a16="http://schemas.microsoft.com/office/drawing/2014/main" id="{2EB0930F-FC77-6093-4775-4FAC6BD03B7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581361" y="795478"/>
            <a:ext cx="2562818" cy="1027240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24" name="Espace réservé du texte 33">
            <a:extLst>
              <a:ext uri="{FF2B5EF4-FFF2-40B4-BE49-F238E27FC236}">
                <a16:creationId xmlns:a16="http://schemas.microsoft.com/office/drawing/2014/main" id="{9E19EFBA-56E3-E9E1-DBB7-E622418F23F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161989" y="205026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87F52430-02A3-7CFC-E1D9-9274B98D3CB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161989" y="229749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9" name="Espace réservé du texte 33">
            <a:extLst>
              <a:ext uri="{FF2B5EF4-FFF2-40B4-BE49-F238E27FC236}">
                <a16:creationId xmlns:a16="http://schemas.microsoft.com/office/drawing/2014/main" id="{721B122D-79B9-1B4F-E95C-DC193E22AD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867400" y="205026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944AE1EA-51DE-093A-787A-52C35054168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867400" y="229749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32" name="Espace réservé du texte 33">
            <a:extLst>
              <a:ext uri="{FF2B5EF4-FFF2-40B4-BE49-F238E27FC236}">
                <a16:creationId xmlns:a16="http://schemas.microsoft.com/office/drawing/2014/main" id="{82D31AFA-EBB6-A520-9FD5-D59B2F72FA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80461" y="2050260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B0A14252-FCF7-C103-A27B-B9A2BD901CC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580461" y="2297498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45" name="Espace réservé du texte 33">
            <a:extLst>
              <a:ext uri="{FF2B5EF4-FFF2-40B4-BE49-F238E27FC236}">
                <a16:creationId xmlns:a16="http://schemas.microsoft.com/office/drawing/2014/main" id="{45BB7FBE-B6B5-A2EC-65C0-5261770E0AD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3161989" y="2494737"/>
            <a:ext cx="2562818" cy="1027285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52" name="Espace réservé du texte 33">
            <a:extLst>
              <a:ext uri="{FF2B5EF4-FFF2-40B4-BE49-F238E27FC236}">
                <a16:creationId xmlns:a16="http://schemas.microsoft.com/office/drawing/2014/main" id="{757F86E5-986B-3435-3CB7-0F4B66DC4DB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5866012" y="2494737"/>
            <a:ext cx="2562818" cy="1027239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22" name="Espace réservé du texte 33">
            <a:extLst>
              <a:ext uri="{FF2B5EF4-FFF2-40B4-BE49-F238E27FC236}">
                <a16:creationId xmlns:a16="http://schemas.microsoft.com/office/drawing/2014/main" id="{84392900-8442-722B-D330-184D4D9F2C8E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581361" y="2494737"/>
            <a:ext cx="2562818" cy="1027239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28" name="Espace réservé du texte 33">
            <a:extLst>
              <a:ext uri="{FF2B5EF4-FFF2-40B4-BE49-F238E27FC236}">
                <a16:creationId xmlns:a16="http://schemas.microsoft.com/office/drawing/2014/main" id="{138E8002-D4BC-24F9-BEEB-1AE34C0554E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161989" y="377222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129" name="Espace réservé du texte 33">
            <a:extLst>
              <a:ext uri="{FF2B5EF4-FFF2-40B4-BE49-F238E27FC236}">
                <a16:creationId xmlns:a16="http://schemas.microsoft.com/office/drawing/2014/main" id="{4CABF9E2-CE86-6FD6-71A4-94F79C6B6CEE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3161989" y="4019467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30" name="Espace réservé du texte 33">
            <a:extLst>
              <a:ext uri="{FF2B5EF4-FFF2-40B4-BE49-F238E27FC236}">
                <a16:creationId xmlns:a16="http://schemas.microsoft.com/office/drawing/2014/main" id="{B0924496-827F-8A32-A015-355D8D7961D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5867400" y="377222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131" name="Espace réservé du texte 33">
            <a:extLst>
              <a:ext uri="{FF2B5EF4-FFF2-40B4-BE49-F238E27FC236}">
                <a16:creationId xmlns:a16="http://schemas.microsoft.com/office/drawing/2014/main" id="{28CBA23A-6CAC-4A0B-E7C7-CC79429A3B42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5867400" y="4019467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32" name="Espace réservé du texte 33">
            <a:extLst>
              <a:ext uri="{FF2B5EF4-FFF2-40B4-BE49-F238E27FC236}">
                <a16:creationId xmlns:a16="http://schemas.microsoft.com/office/drawing/2014/main" id="{AB694604-B952-A9C7-74D3-55CDF3178AB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580461" y="3772229"/>
            <a:ext cx="2562818" cy="3139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6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133" name="Espace réservé du texte 33">
            <a:extLst>
              <a:ext uri="{FF2B5EF4-FFF2-40B4-BE49-F238E27FC236}">
                <a16:creationId xmlns:a16="http://schemas.microsoft.com/office/drawing/2014/main" id="{1133DDCD-BEF7-D4AE-8E80-B7E30E560327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8580461" y="4019467"/>
            <a:ext cx="2562818" cy="26674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34" name="Espace réservé du texte 33">
            <a:extLst>
              <a:ext uri="{FF2B5EF4-FFF2-40B4-BE49-F238E27FC236}">
                <a16:creationId xmlns:a16="http://schemas.microsoft.com/office/drawing/2014/main" id="{24DD27F6-C794-6850-6D24-7995EB76286D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3161989" y="4216706"/>
            <a:ext cx="2562818" cy="1027283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40" name="Espace réservé du texte 33">
            <a:extLst>
              <a:ext uri="{FF2B5EF4-FFF2-40B4-BE49-F238E27FC236}">
                <a16:creationId xmlns:a16="http://schemas.microsoft.com/office/drawing/2014/main" id="{0C2247FB-068A-91F2-662F-E44F07605E3F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5866012" y="4216706"/>
            <a:ext cx="2562818" cy="1027237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46" name="Espace réservé du texte 33">
            <a:extLst>
              <a:ext uri="{FF2B5EF4-FFF2-40B4-BE49-F238E27FC236}">
                <a16:creationId xmlns:a16="http://schemas.microsoft.com/office/drawing/2014/main" id="{FE624FCB-CA7D-8E96-D573-074CEB6E4FD4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8581361" y="4216706"/>
            <a:ext cx="2562818" cy="1027237"/>
          </a:xfrm>
          <a:prstGeom prst="rect">
            <a:avLst/>
          </a:prstGeom>
        </p:spPr>
        <p:txBody>
          <a:bodyPr wrap="square" l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endParaRPr lang="fr-FR"/>
          </a:p>
        </p:txBody>
      </p:sp>
      <p:cxnSp>
        <p:nvCxnSpPr>
          <p:cNvPr id="10" name="Connecteur droit 30">
            <a:extLst>
              <a:ext uri="{FF2B5EF4-FFF2-40B4-BE49-F238E27FC236}">
                <a16:creationId xmlns:a16="http://schemas.microsoft.com/office/drawing/2014/main" id="{4AD0B34F-862F-A881-DA0A-CDA0343DD702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20725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35">
            <a:extLst>
              <a:ext uri="{FF2B5EF4-FFF2-40B4-BE49-F238E27FC236}">
                <a16:creationId xmlns:a16="http://schemas.microsoft.com/office/drawing/2014/main" id="{49CCF055-A412-96E5-159B-234C435BDF54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2">
            <a:extLst>
              <a:ext uri="{FF2B5EF4-FFF2-40B4-BE49-F238E27FC236}">
                <a16:creationId xmlns:a16="http://schemas.microsoft.com/office/drawing/2014/main" id="{49435FFE-2254-7DD7-6564-05E1C2406A1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4274" y="6374581"/>
            <a:ext cx="108000" cy="108000"/>
            <a:chOff x="961227" y="5651700"/>
            <a:chExt cx="54000" cy="54000"/>
          </a:xfrm>
        </p:grpSpPr>
        <p:cxnSp>
          <p:nvCxnSpPr>
            <p:cNvPr id="13" name="Connecteur droit 33">
              <a:extLst>
                <a:ext uri="{FF2B5EF4-FFF2-40B4-BE49-F238E27FC236}">
                  <a16:creationId xmlns:a16="http://schemas.microsoft.com/office/drawing/2014/main" id="{35523FB2-C414-EC29-D75B-6341593576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34">
              <a:extLst>
                <a:ext uri="{FF2B5EF4-FFF2-40B4-BE49-F238E27FC236}">
                  <a16:creationId xmlns:a16="http://schemas.microsoft.com/office/drawing/2014/main" id="{70727057-030F-00F3-F82A-7E9E3B791244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4">
            <a:extLst>
              <a:ext uri="{FF2B5EF4-FFF2-40B4-BE49-F238E27FC236}">
                <a16:creationId xmlns:a16="http://schemas.microsoft.com/office/drawing/2014/main" id="{4B4066D3-FE34-ACC0-D6B2-D253FA6780C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8F057616-FAD3-7C62-8F01-D6BC6297D8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DFC2C86A-D7F3-2651-AC22-0727E0955D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B91F6EB-9785-4425-BE4D-97A36B8A50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F5C2B-5A53-E143-79C4-033AA98597C2}"/>
              </a:ext>
            </a:extLst>
          </p:cNvPr>
          <p:cNvSpPr>
            <a:spLocks noGrp="1"/>
          </p:cNvSpPr>
          <p:nvPr>
            <p:ph type="dt" sz="half" idx="9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1029F-1471-53F9-FDE3-E744B23177B1}"/>
              </a:ext>
            </a:extLst>
          </p:cNvPr>
          <p:cNvSpPr>
            <a:spLocks noGrp="1"/>
          </p:cNvSpPr>
          <p:nvPr>
            <p:ph type="ftr" sz="quarter" idx="10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845894B-EC60-54B4-3186-31BF4AABC910}"/>
              </a:ext>
            </a:extLst>
          </p:cNvPr>
          <p:cNvSpPr>
            <a:spLocks noGrp="1"/>
          </p:cNvSpPr>
          <p:nvPr>
            <p:ph type="sldNum" sz="quarter" idx="101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30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—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3">
            <a:extLst>
              <a:ext uri="{FF2B5EF4-FFF2-40B4-BE49-F238E27FC236}">
                <a16:creationId xmlns:a16="http://schemas.microsoft.com/office/drawing/2014/main" id="{8940CF40-D238-871A-4FD0-576181CDE7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1989" y="365365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5" name="Espace réservé du texte 33">
            <a:extLst>
              <a:ext uri="{FF2B5EF4-FFF2-40B4-BE49-F238E27FC236}">
                <a16:creationId xmlns:a16="http://schemas.microsoft.com/office/drawing/2014/main" id="{4CC0703E-BBCF-CC3C-D361-2F450D06B9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1989" y="633571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41" name="Espace réservé du texte 33">
            <a:extLst>
              <a:ext uri="{FF2B5EF4-FFF2-40B4-BE49-F238E27FC236}">
                <a16:creationId xmlns:a16="http://schemas.microsoft.com/office/drawing/2014/main" id="{D53FA3B8-6839-4D66-1CF0-76D0BDE28C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61989" y="1284496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02.</a:t>
            </a:r>
          </a:p>
        </p:txBody>
      </p:sp>
      <p:sp>
        <p:nvSpPr>
          <p:cNvPr id="42" name="Espace réservé du texte 33">
            <a:extLst>
              <a:ext uri="{FF2B5EF4-FFF2-40B4-BE49-F238E27FC236}">
                <a16:creationId xmlns:a16="http://schemas.microsoft.com/office/drawing/2014/main" id="{B2714BFC-B3EA-7C3A-64C7-96201EE100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61989" y="1552702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54" name="Espace réservé du texte 33">
            <a:extLst>
              <a:ext uri="{FF2B5EF4-FFF2-40B4-BE49-F238E27FC236}">
                <a16:creationId xmlns:a16="http://schemas.microsoft.com/office/drawing/2014/main" id="{9AA735A4-DA2D-4060-0092-4740B738AE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61989" y="2208918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03.</a:t>
            </a:r>
          </a:p>
        </p:txBody>
      </p:sp>
      <p:sp>
        <p:nvSpPr>
          <p:cNvPr id="55" name="Espace réservé du texte 33">
            <a:extLst>
              <a:ext uri="{FF2B5EF4-FFF2-40B4-BE49-F238E27FC236}">
                <a16:creationId xmlns:a16="http://schemas.microsoft.com/office/drawing/2014/main" id="{1F08F9A2-FF1A-1DBC-21C6-5A6ADF74320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61989" y="2477124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60" name="Espace réservé du texte 33">
            <a:extLst>
              <a:ext uri="{FF2B5EF4-FFF2-40B4-BE49-F238E27FC236}">
                <a16:creationId xmlns:a16="http://schemas.microsoft.com/office/drawing/2014/main" id="{84EC3831-AFD6-9BC3-1239-823C03AC12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67400" y="365365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04.</a:t>
            </a:r>
          </a:p>
        </p:txBody>
      </p:sp>
      <p:sp>
        <p:nvSpPr>
          <p:cNvPr id="61" name="Espace réservé du texte 33">
            <a:extLst>
              <a:ext uri="{FF2B5EF4-FFF2-40B4-BE49-F238E27FC236}">
                <a16:creationId xmlns:a16="http://schemas.microsoft.com/office/drawing/2014/main" id="{35784402-A344-4DED-E61C-468DAA84B5F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67400" y="633571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66" name="Espace réservé du texte 33">
            <a:extLst>
              <a:ext uri="{FF2B5EF4-FFF2-40B4-BE49-F238E27FC236}">
                <a16:creationId xmlns:a16="http://schemas.microsoft.com/office/drawing/2014/main" id="{F7CDACC7-AEC2-81DC-120E-427455A5A59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67400" y="1284496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05.</a:t>
            </a:r>
          </a:p>
        </p:txBody>
      </p:sp>
      <p:sp>
        <p:nvSpPr>
          <p:cNvPr id="67" name="Espace réservé du texte 33">
            <a:extLst>
              <a:ext uri="{FF2B5EF4-FFF2-40B4-BE49-F238E27FC236}">
                <a16:creationId xmlns:a16="http://schemas.microsoft.com/office/drawing/2014/main" id="{D67C2297-E936-E5B5-45AC-37320A1EB00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867400" y="1552702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72" name="Espace réservé du texte 33">
            <a:extLst>
              <a:ext uri="{FF2B5EF4-FFF2-40B4-BE49-F238E27FC236}">
                <a16:creationId xmlns:a16="http://schemas.microsoft.com/office/drawing/2014/main" id="{D9C45777-64D4-5515-FC62-A41C672236A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67400" y="2208918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06.</a:t>
            </a:r>
          </a:p>
        </p:txBody>
      </p:sp>
      <p:sp>
        <p:nvSpPr>
          <p:cNvPr id="73" name="Espace réservé du texte 33">
            <a:extLst>
              <a:ext uri="{FF2B5EF4-FFF2-40B4-BE49-F238E27FC236}">
                <a16:creationId xmlns:a16="http://schemas.microsoft.com/office/drawing/2014/main" id="{89771F14-F3C4-068F-0D32-56A33AB14C7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867400" y="2477124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" name="Espace réservé du texte 33">
            <a:extLst>
              <a:ext uri="{FF2B5EF4-FFF2-40B4-BE49-F238E27FC236}">
                <a16:creationId xmlns:a16="http://schemas.microsoft.com/office/drawing/2014/main" id="{7350B5EE-56D5-6C89-0BB5-720A194B61F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72500" y="365365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07.</a:t>
            </a:r>
          </a:p>
        </p:txBody>
      </p: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4C5DC866-F2D7-0900-DF61-1CFB44CF3BD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572500" y="633571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texte 33">
            <a:extLst>
              <a:ext uri="{FF2B5EF4-FFF2-40B4-BE49-F238E27FC236}">
                <a16:creationId xmlns:a16="http://schemas.microsoft.com/office/drawing/2014/main" id="{1B96BBF6-F0FA-EB26-12DF-9AE8685B04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72500" y="1284496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08.</a:t>
            </a:r>
          </a:p>
        </p:txBody>
      </p:sp>
      <p:sp>
        <p:nvSpPr>
          <p:cNvPr id="28" name="Espace réservé du texte 33">
            <a:extLst>
              <a:ext uri="{FF2B5EF4-FFF2-40B4-BE49-F238E27FC236}">
                <a16:creationId xmlns:a16="http://schemas.microsoft.com/office/drawing/2014/main" id="{62764F74-D0A7-0849-7921-3333D4C209E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572500" y="1552702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29" name="Espace réservé du texte 33">
            <a:extLst>
              <a:ext uri="{FF2B5EF4-FFF2-40B4-BE49-F238E27FC236}">
                <a16:creationId xmlns:a16="http://schemas.microsoft.com/office/drawing/2014/main" id="{366D9D92-EA0E-FC97-6738-8A3817B91E8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572500" y="2208918"/>
            <a:ext cx="2562818" cy="32316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09.</a:t>
            </a:r>
          </a:p>
        </p:txBody>
      </p: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FA32B2A8-F645-07E2-4CBA-D0F9BE3D483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572500" y="2477124"/>
            <a:ext cx="2562818" cy="264175"/>
          </a:xfrm>
          <a:prstGeom prst="rect">
            <a:avLst/>
          </a:prstGeom>
        </p:spPr>
        <p:txBody>
          <a:bodyPr wrap="square" l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3" name="Connecteur droit 30">
            <a:extLst>
              <a:ext uri="{FF2B5EF4-FFF2-40B4-BE49-F238E27FC236}">
                <a16:creationId xmlns:a16="http://schemas.microsoft.com/office/drawing/2014/main" id="{D7A95B54-392D-AAB5-2E33-2B92C536E19E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20725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35">
            <a:extLst>
              <a:ext uri="{FF2B5EF4-FFF2-40B4-BE49-F238E27FC236}">
                <a16:creationId xmlns:a16="http://schemas.microsoft.com/office/drawing/2014/main" id="{44D0F889-3CC9-9FB3-B37C-82964391F4EE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4">
            <a:extLst>
              <a:ext uri="{FF2B5EF4-FFF2-40B4-BE49-F238E27FC236}">
                <a16:creationId xmlns:a16="http://schemas.microsoft.com/office/drawing/2014/main" id="{7E43EC47-0C61-DB82-6FC3-01DCC09B627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151326" y="4404172"/>
            <a:ext cx="8583474" cy="1616235"/>
            <a:chOff x="1328" y="1689"/>
            <a:chExt cx="5024" cy="946"/>
          </a:xfrm>
          <a:solidFill>
            <a:srgbClr val="E6E6E6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31A592BF-5866-8178-30E0-677724C93C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8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3 w 868"/>
                <a:gd name="T5" fmla="*/ 917 h 917"/>
                <a:gd name="T6" fmla="*/ 595 w 868"/>
                <a:gd name="T7" fmla="*/ 738 h 917"/>
                <a:gd name="T8" fmla="*/ 263 w 868"/>
                <a:gd name="T9" fmla="*/ 738 h 917"/>
                <a:gd name="T10" fmla="*/ 216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3" y="917"/>
                  </a:lnTo>
                  <a:lnTo>
                    <a:pt x="595" y="738"/>
                  </a:lnTo>
                  <a:lnTo>
                    <a:pt x="263" y="738"/>
                  </a:lnTo>
                  <a:lnTo>
                    <a:pt x="216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04317BB-82A2-301C-5B22-74DA93FA43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99" y="1689"/>
              <a:ext cx="790" cy="946"/>
            </a:xfrm>
            <a:custGeom>
              <a:avLst/>
              <a:gdLst>
                <a:gd name="T0" fmla="*/ 169 w 333"/>
                <a:gd name="T1" fmla="*/ 251 h 396"/>
                <a:gd name="T2" fmla="*/ 169 w 333"/>
                <a:gd name="T3" fmla="*/ 173 h 396"/>
                <a:gd name="T4" fmla="*/ 333 w 333"/>
                <a:gd name="T5" fmla="*/ 173 h 396"/>
                <a:gd name="T6" fmla="*/ 333 w 333"/>
                <a:gd name="T7" fmla="*/ 173 h 396"/>
                <a:gd name="T8" fmla="*/ 333 w 333"/>
                <a:gd name="T9" fmla="*/ 241 h 396"/>
                <a:gd name="T10" fmla="*/ 313 w 333"/>
                <a:gd name="T11" fmla="*/ 322 h 396"/>
                <a:gd name="T12" fmla="*/ 256 w 333"/>
                <a:gd name="T13" fmla="*/ 377 h 396"/>
                <a:gd name="T14" fmla="*/ 170 w 333"/>
                <a:gd name="T15" fmla="*/ 396 h 396"/>
                <a:gd name="T16" fmla="*/ 83 w 333"/>
                <a:gd name="T17" fmla="*/ 376 h 396"/>
                <a:gd name="T18" fmla="*/ 22 w 333"/>
                <a:gd name="T19" fmla="*/ 319 h 396"/>
                <a:gd name="T20" fmla="*/ 0 w 333"/>
                <a:gd name="T21" fmla="*/ 237 h 396"/>
                <a:gd name="T22" fmla="*/ 0 w 333"/>
                <a:gd name="T23" fmla="*/ 160 h 396"/>
                <a:gd name="T24" fmla="*/ 22 w 333"/>
                <a:gd name="T25" fmla="*/ 78 h 396"/>
                <a:gd name="T26" fmla="*/ 82 w 333"/>
                <a:gd name="T27" fmla="*/ 21 h 396"/>
                <a:gd name="T28" fmla="*/ 168 w 333"/>
                <a:gd name="T29" fmla="*/ 0 h 396"/>
                <a:gd name="T30" fmla="*/ 241 w 333"/>
                <a:gd name="T31" fmla="*/ 15 h 396"/>
                <a:gd name="T32" fmla="*/ 298 w 333"/>
                <a:gd name="T33" fmla="*/ 60 h 396"/>
                <a:gd name="T34" fmla="*/ 330 w 333"/>
                <a:gd name="T35" fmla="*/ 141 h 396"/>
                <a:gd name="T36" fmla="*/ 237 w 333"/>
                <a:gd name="T37" fmla="*/ 141 h 396"/>
                <a:gd name="T38" fmla="*/ 213 w 333"/>
                <a:gd name="T39" fmla="*/ 98 h 396"/>
                <a:gd name="T40" fmla="*/ 168 w 333"/>
                <a:gd name="T41" fmla="*/ 84 h 396"/>
                <a:gd name="T42" fmla="*/ 114 w 333"/>
                <a:gd name="T43" fmla="*/ 105 h 396"/>
                <a:gd name="T44" fmla="*/ 93 w 333"/>
                <a:gd name="T45" fmla="*/ 160 h 396"/>
                <a:gd name="T46" fmla="*/ 93 w 333"/>
                <a:gd name="T47" fmla="*/ 237 h 396"/>
                <a:gd name="T48" fmla="*/ 115 w 333"/>
                <a:gd name="T49" fmla="*/ 292 h 396"/>
                <a:gd name="T50" fmla="*/ 169 w 333"/>
                <a:gd name="T51" fmla="*/ 312 h 396"/>
                <a:gd name="T52" fmla="*/ 220 w 333"/>
                <a:gd name="T53" fmla="*/ 297 h 396"/>
                <a:gd name="T54" fmla="*/ 243 w 333"/>
                <a:gd name="T55" fmla="*/ 251 h 396"/>
                <a:gd name="T56" fmla="*/ 169 w 333"/>
                <a:gd name="T57" fmla="*/ 251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3" h="396">
                  <a:moveTo>
                    <a:pt x="169" y="251"/>
                  </a:moveTo>
                  <a:cubicBezTo>
                    <a:pt x="169" y="173"/>
                    <a:pt x="169" y="173"/>
                    <a:pt x="169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33" y="271"/>
                    <a:pt x="326" y="298"/>
                    <a:pt x="313" y="322"/>
                  </a:cubicBezTo>
                  <a:cubicBezTo>
                    <a:pt x="299" y="345"/>
                    <a:pt x="280" y="363"/>
                    <a:pt x="256" y="377"/>
                  </a:cubicBezTo>
                  <a:cubicBezTo>
                    <a:pt x="231" y="390"/>
                    <a:pt x="202" y="396"/>
                    <a:pt x="170" y="396"/>
                  </a:cubicBezTo>
                  <a:cubicBezTo>
                    <a:pt x="138" y="396"/>
                    <a:pt x="109" y="389"/>
                    <a:pt x="83" y="376"/>
                  </a:cubicBezTo>
                  <a:cubicBezTo>
                    <a:pt x="57" y="362"/>
                    <a:pt x="37" y="343"/>
                    <a:pt x="22" y="319"/>
                  </a:cubicBezTo>
                  <a:cubicBezTo>
                    <a:pt x="8" y="294"/>
                    <a:pt x="0" y="267"/>
                    <a:pt x="0" y="237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30"/>
                    <a:pt x="7" y="102"/>
                    <a:pt x="22" y="78"/>
                  </a:cubicBezTo>
                  <a:cubicBezTo>
                    <a:pt x="36" y="54"/>
                    <a:pt x="56" y="35"/>
                    <a:pt x="82" y="21"/>
                  </a:cubicBezTo>
                  <a:cubicBezTo>
                    <a:pt x="107" y="7"/>
                    <a:pt x="136" y="0"/>
                    <a:pt x="168" y="0"/>
                  </a:cubicBezTo>
                  <a:cubicBezTo>
                    <a:pt x="195" y="0"/>
                    <a:pt x="219" y="5"/>
                    <a:pt x="241" y="15"/>
                  </a:cubicBezTo>
                  <a:cubicBezTo>
                    <a:pt x="264" y="24"/>
                    <a:pt x="283" y="39"/>
                    <a:pt x="298" y="60"/>
                  </a:cubicBezTo>
                  <a:cubicBezTo>
                    <a:pt x="314" y="81"/>
                    <a:pt x="325" y="108"/>
                    <a:pt x="330" y="141"/>
                  </a:cubicBezTo>
                  <a:cubicBezTo>
                    <a:pt x="237" y="141"/>
                    <a:pt x="237" y="141"/>
                    <a:pt x="237" y="141"/>
                  </a:cubicBezTo>
                  <a:cubicBezTo>
                    <a:pt x="233" y="122"/>
                    <a:pt x="225" y="108"/>
                    <a:pt x="213" y="98"/>
                  </a:cubicBezTo>
                  <a:cubicBezTo>
                    <a:pt x="201" y="89"/>
                    <a:pt x="186" y="84"/>
                    <a:pt x="168" y="84"/>
                  </a:cubicBezTo>
                  <a:cubicBezTo>
                    <a:pt x="145" y="84"/>
                    <a:pt x="127" y="91"/>
                    <a:pt x="114" y="105"/>
                  </a:cubicBezTo>
                  <a:cubicBezTo>
                    <a:pt x="100" y="119"/>
                    <a:pt x="93" y="137"/>
                    <a:pt x="93" y="160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60"/>
                    <a:pt x="100" y="278"/>
                    <a:pt x="115" y="292"/>
                  </a:cubicBezTo>
                  <a:cubicBezTo>
                    <a:pt x="130" y="305"/>
                    <a:pt x="148" y="312"/>
                    <a:pt x="169" y="312"/>
                  </a:cubicBezTo>
                  <a:cubicBezTo>
                    <a:pt x="189" y="312"/>
                    <a:pt x="206" y="307"/>
                    <a:pt x="220" y="297"/>
                  </a:cubicBezTo>
                  <a:cubicBezTo>
                    <a:pt x="234" y="287"/>
                    <a:pt x="241" y="272"/>
                    <a:pt x="243" y="251"/>
                  </a:cubicBezTo>
                  <a:lnTo>
                    <a:pt x="169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DB81AC0B-2699-C365-1028-68336FA32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4" y="1704"/>
              <a:ext cx="638" cy="917"/>
            </a:xfrm>
            <a:custGeom>
              <a:avLst/>
              <a:gdLst>
                <a:gd name="T0" fmla="*/ 0 w 638"/>
                <a:gd name="T1" fmla="*/ 0 h 917"/>
                <a:gd name="T2" fmla="*/ 638 w 638"/>
                <a:gd name="T3" fmla="*/ 0 h 917"/>
                <a:gd name="T4" fmla="*/ 638 w 638"/>
                <a:gd name="T5" fmla="*/ 193 h 917"/>
                <a:gd name="T6" fmla="*/ 216 w 638"/>
                <a:gd name="T7" fmla="*/ 193 h 917"/>
                <a:gd name="T8" fmla="*/ 216 w 638"/>
                <a:gd name="T9" fmla="*/ 363 h 917"/>
                <a:gd name="T10" fmla="*/ 631 w 638"/>
                <a:gd name="T11" fmla="*/ 363 h 917"/>
                <a:gd name="T12" fmla="*/ 631 w 638"/>
                <a:gd name="T13" fmla="*/ 547 h 917"/>
                <a:gd name="T14" fmla="*/ 216 w 638"/>
                <a:gd name="T15" fmla="*/ 547 h 917"/>
                <a:gd name="T16" fmla="*/ 216 w 638"/>
                <a:gd name="T17" fmla="*/ 726 h 917"/>
                <a:gd name="T18" fmla="*/ 638 w 638"/>
                <a:gd name="T19" fmla="*/ 726 h 917"/>
                <a:gd name="T20" fmla="*/ 638 w 638"/>
                <a:gd name="T21" fmla="*/ 917 h 917"/>
                <a:gd name="T22" fmla="*/ 0 w 638"/>
                <a:gd name="T23" fmla="*/ 917 h 917"/>
                <a:gd name="T24" fmla="*/ 0 w 638"/>
                <a:gd name="T25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8" h="917">
                  <a:moveTo>
                    <a:pt x="0" y="0"/>
                  </a:moveTo>
                  <a:lnTo>
                    <a:pt x="638" y="0"/>
                  </a:lnTo>
                  <a:lnTo>
                    <a:pt x="638" y="193"/>
                  </a:lnTo>
                  <a:lnTo>
                    <a:pt x="216" y="193"/>
                  </a:lnTo>
                  <a:lnTo>
                    <a:pt x="216" y="363"/>
                  </a:lnTo>
                  <a:lnTo>
                    <a:pt x="631" y="363"/>
                  </a:lnTo>
                  <a:lnTo>
                    <a:pt x="631" y="547"/>
                  </a:lnTo>
                  <a:lnTo>
                    <a:pt x="216" y="547"/>
                  </a:lnTo>
                  <a:lnTo>
                    <a:pt x="216" y="726"/>
                  </a:lnTo>
                  <a:lnTo>
                    <a:pt x="638" y="726"/>
                  </a:lnTo>
                  <a:lnTo>
                    <a:pt x="638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FAB2D6D2-F0CB-83AF-C15D-CD13AFA93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51" y="1704"/>
              <a:ext cx="759" cy="917"/>
            </a:xfrm>
            <a:custGeom>
              <a:avLst/>
              <a:gdLst>
                <a:gd name="T0" fmla="*/ 0 w 759"/>
                <a:gd name="T1" fmla="*/ 0 h 917"/>
                <a:gd name="T2" fmla="*/ 363 w 759"/>
                <a:gd name="T3" fmla="*/ 0 h 917"/>
                <a:gd name="T4" fmla="*/ 557 w 759"/>
                <a:gd name="T5" fmla="*/ 776 h 917"/>
                <a:gd name="T6" fmla="*/ 557 w 759"/>
                <a:gd name="T7" fmla="*/ 0 h 917"/>
                <a:gd name="T8" fmla="*/ 759 w 759"/>
                <a:gd name="T9" fmla="*/ 0 h 917"/>
                <a:gd name="T10" fmla="*/ 759 w 759"/>
                <a:gd name="T11" fmla="*/ 917 h 917"/>
                <a:gd name="T12" fmla="*/ 396 w 759"/>
                <a:gd name="T13" fmla="*/ 917 h 917"/>
                <a:gd name="T14" fmla="*/ 201 w 759"/>
                <a:gd name="T15" fmla="*/ 136 h 917"/>
                <a:gd name="T16" fmla="*/ 201 w 759"/>
                <a:gd name="T17" fmla="*/ 917 h 917"/>
                <a:gd name="T18" fmla="*/ 0 w 759"/>
                <a:gd name="T19" fmla="*/ 917 h 917"/>
                <a:gd name="T20" fmla="*/ 0 w 759"/>
                <a:gd name="T21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9" h="917">
                  <a:moveTo>
                    <a:pt x="0" y="0"/>
                  </a:moveTo>
                  <a:lnTo>
                    <a:pt x="363" y="0"/>
                  </a:lnTo>
                  <a:lnTo>
                    <a:pt x="557" y="776"/>
                  </a:lnTo>
                  <a:lnTo>
                    <a:pt x="557" y="0"/>
                  </a:lnTo>
                  <a:lnTo>
                    <a:pt x="759" y="0"/>
                  </a:lnTo>
                  <a:lnTo>
                    <a:pt x="759" y="917"/>
                  </a:lnTo>
                  <a:lnTo>
                    <a:pt x="396" y="917"/>
                  </a:lnTo>
                  <a:lnTo>
                    <a:pt x="201" y="136"/>
                  </a:lnTo>
                  <a:lnTo>
                    <a:pt x="201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0F1C9AF3-CFBD-3742-FA63-2F2EF77468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3" y="1704"/>
              <a:ext cx="741" cy="917"/>
            </a:xfrm>
            <a:custGeom>
              <a:avLst/>
              <a:gdLst>
                <a:gd name="T0" fmla="*/ 146 w 312"/>
                <a:gd name="T1" fmla="*/ 384 h 384"/>
                <a:gd name="T2" fmla="*/ 0 w 312"/>
                <a:gd name="T3" fmla="*/ 384 h 384"/>
                <a:gd name="T4" fmla="*/ 0 w 312"/>
                <a:gd name="T5" fmla="*/ 158 h 384"/>
                <a:gd name="T6" fmla="*/ 92 w 312"/>
                <a:gd name="T7" fmla="*/ 85 h 384"/>
                <a:gd name="T8" fmla="*/ 92 w 312"/>
                <a:gd name="T9" fmla="*/ 300 h 384"/>
                <a:gd name="T10" fmla="*/ 146 w 312"/>
                <a:gd name="T11" fmla="*/ 300 h 384"/>
                <a:gd name="T12" fmla="*/ 198 w 312"/>
                <a:gd name="T13" fmla="*/ 279 h 384"/>
                <a:gd name="T14" fmla="*/ 219 w 312"/>
                <a:gd name="T15" fmla="*/ 226 h 384"/>
                <a:gd name="T16" fmla="*/ 219 w 312"/>
                <a:gd name="T17" fmla="*/ 158 h 384"/>
                <a:gd name="T18" fmla="*/ 198 w 312"/>
                <a:gd name="T19" fmla="*/ 106 h 384"/>
                <a:gd name="T20" fmla="*/ 146 w 312"/>
                <a:gd name="T21" fmla="*/ 85 h 384"/>
                <a:gd name="T22" fmla="*/ 0 w 312"/>
                <a:gd name="T23" fmla="*/ 85 h 384"/>
                <a:gd name="T24" fmla="*/ 0 w 312"/>
                <a:gd name="T25" fmla="*/ 0 h 384"/>
                <a:gd name="T26" fmla="*/ 146 w 312"/>
                <a:gd name="T27" fmla="*/ 0 h 384"/>
                <a:gd name="T28" fmla="*/ 230 w 312"/>
                <a:gd name="T29" fmla="*/ 22 h 384"/>
                <a:gd name="T30" fmla="*/ 290 w 312"/>
                <a:gd name="T31" fmla="*/ 79 h 384"/>
                <a:gd name="T32" fmla="*/ 312 w 312"/>
                <a:gd name="T33" fmla="*/ 158 h 384"/>
                <a:gd name="T34" fmla="*/ 312 w 312"/>
                <a:gd name="T35" fmla="*/ 226 h 384"/>
                <a:gd name="T36" fmla="*/ 290 w 312"/>
                <a:gd name="T37" fmla="*/ 306 h 384"/>
                <a:gd name="T38" fmla="*/ 230 w 312"/>
                <a:gd name="T39" fmla="*/ 363 h 384"/>
                <a:gd name="T40" fmla="*/ 146 w 312"/>
                <a:gd name="T4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2" h="384">
                  <a:moveTo>
                    <a:pt x="146" y="384"/>
                  </a:moveTo>
                  <a:cubicBezTo>
                    <a:pt x="0" y="384"/>
                    <a:pt x="0" y="384"/>
                    <a:pt x="0" y="38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2" y="300"/>
                    <a:pt x="92" y="300"/>
                    <a:pt x="92" y="300"/>
                  </a:cubicBezTo>
                  <a:cubicBezTo>
                    <a:pt x="146" y="300"/>
                    <a:pt x="146" y="300"/>
                    <a:pt x="146" y="300"/>
                  </a:cubicBezTo>
                  <a:cubicBezTo>
                    <a:pt x="167" y="300"/>
                    <a:pt x="185" y="293"/>
                    <a:pt x="198" y="279"/>
                  </a:cubicBezTo>
                  <a:cubicBezTo>
                    <a:pt x="212" y="266"/>
                    <a:pt x="219" y="248"/>
                    <a:pt x="219" y="226"/>
                  </a:cubicBezTo>
                  <a:cubicBezTo>
                    <a:pt x="219" y="158"/>
                    <a:pt x="219" y="158"/>
                    <a:pt x="219" y="158"/>
                  </a:cubicBezTo>
                  <a:cubicBezTo>
                    <a:pt x="219" y="137"/>
                    <a:pt x="212" y="119"/>
                    <a:pt x="198" y="106"/>
                  </a:cubicBezTo>
                  <a:cubicBezTo>
                    <a:pt x="185" y="92"/>
                    <a:pt x="167" y="85"/>
                    <a:pt x="146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7" y="0"/>
                    <a:pt x="205" y="7"/>
                    <a:pt x="230" y="22"/>
                  </a:cubicBezTo>
                  <a:cubicBezTo>
                    <a:pt x="255" y="36"/>
                    <a:pt x="275" y="55"/>
                    <a:pt x="290" y="79"/>
                  </a:cubicBezTo>
                  <a:cubicBezTo>
                    <a:pt x="304" y="102"/>
                    <a:pt x="312" y="129"/>
                    <a:pt x="312" y="158"/>
                  </a:cubicBezTo>
                  <a:cubicBezTo>
                    <a:pt x="312" y="226"/>
                    <a:pt x="312" y="226"/>
                    <a:pt x="312" y="226"/>
                  </a:cubicBezTo>
                  <a:cubicBezTo>
                    <a:pt x="312" y="256"/>
                    <a:pt x="304" y="282"/>
                    <a:pt x="290" y="306"/>
                  </a:cubicBezTo>
                  <a:cubicBezTo>
                    <a:pt x="275" y="330"/>
                    <a:pt x="255" y="349"/>
                    <a:pt x="230" y="363"/>
                  </a:cubicBezTo>
                  <a:cubicBezTo>
                    <a:pt x="205" y="377"/>
                    <a:pt x="177" y="384"/>
                    <a:pt x="146" y="3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A572D2D6-C38B-7603-FA83-1AD19EC5E3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84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5 w 868"/>
                <a:gd name="T5" fmla="*/ 917 h 917"/>
                <a:gd name="T6" fmla="*/ 598 w 868"/>
                <a:gd name="T7" fmla="*/ 738 h 917"/>
                <a:gd name="T8" fmla="*/ 263 w 868"/>
                <a:gd name="T9" fmla="*/ 738 h 917"/>
                <a:gd name="T10" fmla="*/ 218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5" y="917"/>
                  </a:lnTo>
                  <a:lnTo>
                    <a:pt x="598" y="738"/>
                  </a:lnTo>
                  <a:lnTo>
                    <a:pt x="263" y="738"/>
                  </a:lnTo>
                  <a:lnTo>
                    <a:pt x="218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38" name="Group 4">
            <a:extLst>
              <a:ext uri="{FF2B5EF4-FFF2-40B4-BE49-F238E27FC236}">
                <a16:creationId xmlns:a16="http://schemas.microsoft.com/office/drawing/2014/main" id="{AF06F47F-548F-1687-6198-0E9BABBFE2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6CC67628-E87D-9727-EDFF-5076C8B6FF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ED353772-0FCD-B775-37B3-B550172818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F8173443-B8A1-B528-FC9B-76A90EA3A5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F74C549-2011-DDDF-66EE-847943B41F5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E99D2A-D2E7-8D3D-3D65-94ADED9CBE5E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9B4CDE4-6CC4-CEF5-1BA4-F53099A4C791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1" name="Groupe 2">
            <a:extLst>
              <a:ext uri="{FF2B5EF4-FFF2-40B4-BE49-F238E27FC236}">
                <a16:creationId xmlns:a16="http://schemas.microsoft.com/office/drawing/2014/main" id="{C41D2E22-8D9A-CD17-E795-379713CAEBD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4274" y="6374581"/>
            <a:ext cx="108000" cy="108000"/>
            <a:chOff x="961227" y="5651700"/>
            <a:chExt cx="54000" cy="54000"/>
          </a:xfrm>
        </p:grpSpPr>
        <p:cxnSp>
          <p:nvCxnSpPr>
            <p:cNvPr id="12" name="Connecteur droit 33">
              <a:extLst>
                <a:ext uri="{FF2B5EF4-FFF2-40B4-BE49-F238E27FC236}">
                  <a16:creationId xmlns:a16="http://schemas.microsoft.com/office/drawing/2014/main" id="{ED4AC7B5-C036-83B1-5C32-F600D58C4A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34">
              <a:extLst>
                <a:ext uri="{FF2B5EF4-FFF2-40B4-BE49-F238E27FC236}">
                  <a16:creationId xmlns:a16="http://schemas.microsoft.com/office/drawing/2014/main" id="{3B163B5A-8B09-49E9-B7C2-BD488C91C036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2888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—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5A39B88-2052-61CA-A833-5DA4A3F9305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4349" y="439351"/>
            <a:ext cx="1317206" cy="248024"/>
            <a:chOff x="1328" y="1689"/>
            <a:chExt cx="5024" cy="946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9C656A00-0D59-394B-0A5A-E7835DB046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8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3 w 868"/>
                <a:gd name="T5" fmla="*/ 917 h 917"/>
                <a:gd name="T6" fmla="*/ 595 w 868"/>
                <a:gd name="T7" fmla="*/ 738 h 917"/>
                <a:gd name="T8" fmla="*/ 263 w 868"/>
                <a:gd name="T9" fmla="*/ 738 h 917"/>
                <a:gd name="T10" fmla="*/ 216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3" y="917"/>
                  </a:lnTo>
                  <a:lnTo>
                    <a:pt x="595" y="738"/>
                  </a:lnTo>
                  <a:lnTo>
                    <a:pt x="263" y="738"/>
                  </a:lnTo>
                  <a:lnTo>
                    <a:pt x="216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0CE54E7D-AE64-3F2A-D39E-67DB8DCBB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99" y="1689"/>
              <a:ext cx="790" cy="946"/>
            </a:xfrm>
            <a:custGeom>
              <a:avLst/>
              <a:gdLst>
                <a:gd name="T0" fmla="*/ 169 w 333"/>
                <a:gd name="T1" fmla="*/ 251 h 396"/>
                <a:gd name="T2" fmla="*/ 169 w 333"/>
                <a:gd name="T3" fmla="*/ 173 h 396"/>
                <a:gd name="T4" fmla="*/ 333 w 333"/>
                <a:gd name="T5" fmla="*/ 173 h 396"/>
                <a:gd name="T6" fmla="*/ 333 w 333"/>
                <a:gd name="T7" fmla="*/ 173 h 396"/>
                <a:gd name="T8" fmla="*/ 333 w 333"/>
                <a:gd name="T9" fmla="*/ 241 h 396"/>
                <a:gd name="T10" fmla="*/ 313 w 333"/>
                <a:gd name="T11" fmla="*/ 322 h 396"/>
                <a:gd name="T12" fmla="*/ 256 w 333"/>
                <a:gd name="T13" fmla="*/ 377 h 396"/>
                <a:gd name="T14" fmla="*/ 170 w 333"/>
                <a:gd name="T15" fmla="*/ 396 h 396"/>
                <a:gd name="T16" fmla="*/ 83 w 333"/>
                <a:gd name="T17" fmla="*/ 376 h 396"/>
                <a:gd name="T18" fmla="*/ 22 w 333"/>
                <a:gd name="T19" fmla="*/ 319 h 396"/>
                <a:gd name="T20" fmla="*/ 0 w 333"/>
                <a:gd name="T21" fmla="*/ 237 h 396"/>
                <a:gd name="T22" fmla="*/ 0 w 333"/>
                <a:gd name="T23" fmla="*/ 160 h 396"/>
                <a:gd name="T24" fmla="*/ 22 w 333"/>
                <a:gd name="T25" fmla="*/ 78 h 396"/>
                <a:gd name="T26" fmla="*/ 82 w 333"/>
                <a:gd name="T27" fmla="*/ 21 h 396"/>
                <a:gd name="T28" fmla="*/ 168 w 333"/>
                <a:gd name="T29" fmla="*/ 0 h 396"/>
                <a:gd name="T30" fmla="*/ 241 w 333"/>
                <a:gd name="T31" fmla="*/ 15 h 396"/>
                <a:gd name="T32" fmla="*/ 298 w 333"/>
                <a:gd name="T33" fmla="*/ 60 h 396"/>
                <a:gd name="T34" fmla="*/ 330 w 333"/>
                <a:gd name="T35" fmla="*/ 141 h 396"/>
                <a:gd name="T36" fmla="*/ 237 w 333"/>
                <a:gd name="T37" fmla="*/ 141 h 396"/>
                <a:gd name="T38" fmla="*/ 213 w 333"/>
                <a:gd name="T39" fmla="*/ 98 h 396"/>
                <a:gd name="T40" fmla="*/ 168 w 333"/>
                <a:gd name="T41" fmla="*/ 84 h 396"/>
                <a:gd name="T42" fmla="*/ 114 w 333"/>
                <a:gd name="T43" fmla="*/ 105 h 396"/>
                <a:gd name="T44" fmla="*/ 93 w 333"/>
                <a:gd name="T45" fmla="*/ 160 h 396"/>
                <a:gd name="T46" fmla="*/ 93 w 333"/>
                <a:gd name="T47" fmla="*/ 237 h 396"/>
                <a:gd name="T48" fmla="*/ 115 w 333"/>
                <a:gd name="T49" fmla="*/ 292 h 396"/>
                <a:gd name="T50" fmla="*/ 169 w 333"/>
                <a:gd name="T51" fmla="*/ 312 h 396"/>
                <a:gd name="T52" fmla="*/ 220 w 333"/>
                <a:gd name="T53" fmla="*/ 297 h 396"/>
                <a:gd name="T54" fmla="*/ 243 w 333"/>
                <a:gd name="T55" fmla="*/ 251 h 396"/>
                <a:gd name="T56" fmla="*/ 169 w 333"/>
                <a:gd name="T57" fmla="*/ 251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3" h="396">
                  <a:moveTo>
                    <a:pt x="169" y="251"/>
                  </a:moveTo>
                  <a:cubicBezTo>
                    <a:pt x="169" y="173"/>
                    <a:pt x="169" y="173"/>
                    <a:pt x="169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33" y="271"/>
                    <a:pt x="326" y="298"/>
                    <a:pt x="313" y="322"/>
                  </a:cubicBezTo>
                  <a:cubicBezTo>
                    <a:pt x="299" y="345"/>
                    <a:pt x="280" y="363"/>
                    <a:pt x="256" y="377"/>
                  </a:cubicBezTo>
                  <a:cubicBezTo>
                    <a:pt x="231" y="390"/>
                    <a:pt x="202" y="396"/>
                    <a:pt x="170" y="396"/>
                  </a:cubicBezTo>
                  <a:cubicBezTo>
                    <a:pt x="138" y="396"/>
                    <a:pt x="109" y="389"/>
                    <a:pt x="83" y="376"/>
                  </a:cubicBezTo>
                  <a:cubicBezTo>
                    <a:pt x="57" y="362"/>
                    <a:pt x="37" y="343"/>
                    <a:pt x="22" y="319"/>
                  </a:cubicBezTo>
                  <a:cubicBezTo>
                    <a:pt x="8" y="294"/>
                    <a:pt x="0" y="267"/>
                    <a:pt x="0" y="237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30"/>
                    <a:pt x="7" y="102"/>
                    <a:pt x="22" y="78"/>
                  </a:cubicBezTo>
                  <a:cubicBezTo>
                    <a:pt x="36" y="54"/>
                    <a:pt x="56" y="35"/>
                    <a:pt x="82" y="21"/>
                  </a:cubicBezTo>
                  <a:cubicBezTo>
                    <a:pt x="107" y="7"/>
                    <a:pt x="136" y="0"/>
                    <a:pt x="168" y="0"/>
                  </a:cubicBezTo>
                  <a:cubicBezTo>
                    <a:pt x="195" y="0"/>
                    <a:pt x="219" y="5"/>
                    <a:pt x="241" y="15"/>
                  </a:cubicBezTo>
                  <a:cubicBezTo>
                    <a:pt x="264" y="24"/>
                    <a:pt x="283" y="39"/>
                    <a:pt x="298" y="60"/>
                  </a:cubicBezTo>
                  <a:cubicBezTo>
                    <a:pt x="314" y="81"/>
                    <a:pt x="325" y="108"/>
                    <a:pt x="330" y="141"/>
                  </a:cubicBezTo>
                  <a:cubicBezTo>
                    <a:pt x="237" y="141"/>
                    <a:pt x="237" y="141"/>
                    <a:pt x="237" y="141"/>
                  </a:cubicBezTo>
                  <a:cubicBezTo>
                    <a:pt x="233" y="122"/>
                    <a:pt x="225" y="108"/>
                    <a:pt x="213" y="98"/>
                  </a:cubicBezTo>
                  <a:cubicBezTo>
                    <a:pt x="201" y="89"/>
                    <a:pt x="186" y="84"/>
                    <a:pt x="168" y="84"/>
                  </a:cubicBezTo>
                  <a:cubicBezTo>
                    <a:pt x="145" y="84"/>
                    <a:pt x="127" y="91"/>
                    <a:pt x="114" y="105"/>
                  </a:cubicBezTo>
                  <a:cubicBezTo>
                    <a:pt x="100" y="119"/>
                    <a:pt x="93" y="137"/>
                    <a:pt x="93" y="160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60"/>
                    <a:pt x="100" y="278"/>
                    <a:pt x="115" y="292"/>
                  </a:cubicBezTo>
                  <a:cubicBezTo>
                    <a:pt x="130" y="305"/>
                    <a:pt x="148" y="312"/>
                    <a:pt x="169" y="312"/>
                  </a:cubicBezTo>
                  <a:cubicBezTo>
                    <a:pt x="189" y="312"/>
                    <a:pt x="206" y="307"/>
                    <a:pt x="220" y="297"/>
                  </a:cubicBezTo>
                  <a:cubicBezTo>
                    <a:pt x="234" y="287"/>
                    <a:pt x="241" y="272"/>
                    <a:pt x="243" y="251"/>
                  </a:cubicBezTo>
                  <a:lnTo>
                    <a:pt x="169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06D2F09D-0FAA-6FCD-620F-43ECDCB4AE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4" y="1704"/>
              <a:ext cx="638" cy="917"/>
            </a:xfrm>
            <a:custGeom>
              <a:avLst/>
              <a:gdLst>
                <a:gd name="T0" fmla="*/ 0 w 638"/>
                <a:gd name="T1" fmla="*/ 0 h 917"/>
                <a:gd name="T2" fmla="*/ 638 w 638"/>
                <a:gd name="T3" fmla="*/ 0 h 917"/>
                <a:gd name="T4" fmla="*/ 638 w 638"/>
                <a:gd name="T5" fmla="*/ 193 h 917"/>
                <a:gd name="T6" fmla="*/ 216 w 638"/>
                <a:gd name="T7" fmla="*/ 193 h 917"/>
                <a:gd name="T8" fmla="*/ 216 w 638"/>
                <a:gd name="T9" fmla="*/ 363 h 917"/>
                <a:gd name="T10" fmla="*/ 631 w 638"/>
                <a:gd name="T11" fmla="*/ 363 h 917"/>
                <a:gd name="T12" fmla="*/ 631 w 638"/>
                <a:gd name="T13" fmla="*/ 547 h 917"/>
                <a:gd name="T14" fmla="*/ 216 w 638"/>
                <a:gd name="T15" fmla="*/ 547 h 917"/>
                <a:gd name="T16" fmla="*/ 216 w 638"/>
                <a:gd name="T17" fmla="*/ 726 h 917"/>
                <a:gd name="T18" fmla="*/ 638 w 638"/>
                <a:gd name="T19" fmla="*/ 726 h 917"/>
                <a:gd name="T20" fmla="*/ 638 w 638"/>
                <a:gd name="T21" fmla="*/ 917 h 917"/>
                <a:gd name="T22" fmla="*/ 0 w 638"/>
                <a:gd name="T23" fmla="*/ 917 h 917"/>
                <a:gd name="T24" fmla="*/ 0 w 638"/>
                <a:gd name="T25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8" h="917">
                  <a:moveTo>
                    <a:pt x="0" y="0"/>
                  </a:moveTo>
                  <a:lnTo>
                    <a:pt x="638" y="0"/>
                  </a:lnTo>
                  <a:lnTo>
                    <a:pt x="638" y="193"/>
                  </a:lnTo>
                  <a:lnTo>
                    <a:pt x="216" y="193"/>
                  </a:lnTo>
                  <a:lnTo>
                    <a:pt x="216" y="363"/>
                  </a:lnTo>
                  <a:lnTo>
                    <a:pt x="631" y="363"/>
                  </a:lnTo>
                  <a:lnTo>
                    <a:pt x="631" y="547"/>
                  </a:lnTo>
                  <a:lnTo>
                    <a:pt x="216" y="547"/>
                  </a:lnTo>
                  <a:lnTo>
                    <a:pt x="216" y="726"/>
                  </a:lnTo>
                  <a:lnTo>
                    <a:pt x="638" y="726"/>
                  </a:lnTo>
                  <a:lnTo>
                    <a:pt x="638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52BE4CE6-2742-D5B2-556C-AF99B8501B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51" y="1704"/>
              <a:ext cx="759" cy="917"/>
            </a:xfrm>
            <a:custGeom>
              <a:avLst/>
              <a:gdLst>
                <a:gd name="T0" fmla="*/ 0 w 759"/>
                <a:gd name="T1" fmla="*/ 0 h 917"/>
                <a:gd name="T2" fmla="*/ 363 w 759"/>
                <a:gd name="T3" fmla="*/ 0 h 917"/>
                <a:gd name="T4" fmla="*/ 557 w 759"/>
                <a:gd name="T5" fmla="*/ 776 h 917"/>
                <a:gd name="T6" fmla="*/ 557 w 759"/>
                <a:gd name="T7" fmla="*/ 0 h 917"/>
                <a:gd name="T8" fmla="*/ 759 w 759"/>
                <a:gd name="T9" fmla="*/ 0 h 917"/>
                <a:gd name="T10" fmla="*/ 759 w 759"/>
                <a:gd name="T11" fmla="*/ 917 h 917"/>
                <a:gd name="T12" fmla="*/ 396 w 759"/>
                <a:gd name="T13" fmla="*/ 917 h 917"/>
                <a:gd name="T14" fmla="*/ 201 w 759"/>
                <a:gd name="T15" fmla="*/ 136 h 917"/>
                <a:gd name="T16" fmla="*/ 201 w 759"/>
                <a:gd name="T17" fmla="*/ 917 h 917"/>
                <a:gd name="T18" fmla="*/ 0 w 759"/>
                <a:gd name="T19" fmla="*/ 917 h 917"/>
                <a:gd name="T20" fmla="*/ 0 w 759"/>
                <a:gd name="T21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9" h="917">
                  <a:moveTo>
                    <a:pt x="0" y="0"/>
                  </a:moveTo>
                  <a:lnTo>
                    <a:pt x="363" y="0"/>
                  </a:lnTo>
                  <a:lnTo>
                    <a:pt x="557" y="776"/>
                  </a:lnTo>
                  <a:lnTo>
                    <a:pt x="557" y="0"/>
                  </a:lnTo>
                  <a:lnTo>
                    <a:pt x="759" y="0"/>
                  </a:lnTo>
                  <a:lnTo>
                    <a:pt x="759" y="917"/>
                  </a:lnTo>
                  <a:lnTo>
                    <a:pt x="396" y="917"/>
                  </a:lnTo>
                  <a:lnTo>
                    <a:pt x="201" y="136"/>
                  </a:lnTo>
                  <a:lnTo>
                    <a:pt x="201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967DEBB-5A54-E501-028C-7C474BB7A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3" y="1704"/>
              <a:ext cx="741" cy="917"/>
            </a:xfrm>
            <a:custGeom>
              <a:avLst/>
              <a:gdLst>
                <a:gd name="T0" fmla="*/ 146 w 312"/>
                <a:gd name="T1" fmla="*/ 384 h 384"/>
                <a:gd name="T2" fmla="*/ 0 w 312"/>
                <a:gd name="T3" fmla="*/ 384 h 384"/>
                <a:gd name="T4" fmla="*/ 0 w 312"/>
                <a:gd name="T5" fmla="*/ 158 h 384"/>
                <a:gd name="T6" fmla="*/ 92 w 312"/>
                <a:gd name="T7" fmla="*/ 85 h 384"/>
                <a:gd name="T8" fmla="*/ 92 w 312"/>
                <a:gd name="T9" fmla="*/ 300 h 384"/>
                <a:gd name="T10" fmla="*/ 146 w 312"/>
                <a:gd name="T11" fmla="*/ 300 h 384"/>
                <a:gd name="T12" fmla="*/ 198 w 312"/>
                <a:gd name="T13" fmla="*/ 279 h 384"/>
                <a:gd name="T14" fmla="*/ 219 w 312"/>
                <a:gd name="T15" fmla="*/ 226 h 384"/>
                <a:gd name="T16" fmla="*/ 219 w 312"/>
                <a:gd name="T17" fmla="*/ 158 h 384"/>
                <a:gd name="T18" fmla="*/ 198 w 312"/>
                <a:gd name="T19" fmla="*/ 106 h 384"/>
                <a:gd name="T20" fmla="*/ 146 w 312"/>
                <a:gd name="T21" fmla="*/ 85 h 384"/>
                <a:gd name="T22" fmla="*/ 0 w 312"/>
                <a:gd name="T23" fmla="*/ 85 h 384"/>
                <a:gd name="T24" fmla="*/ 0 w 312"/>
                <a:gd name="T25" fmla="*/ 0 h 384"/>
                <a:gd name="T26" fmla="*/ 146 w 312"/>
                <a:gd name="T27" fmla="*/ 0 h 384"/>
                <a:gd name="T28" fmla="*/ 230 w 312"/>
                <a:gd name="T29" fmla="*/ 22 h 384"/>
                <a:gd name="T30" fmla="*/ 290 w 312"/>
                <a:gd name="T31" fmla="*/ 79 h 384"/>
                <a:gd name="T32" fmla="*/ 312 w 312"/>
                <a:gd name="T33" fmla="*/ 158 h 384"/>
                <a:gd name="T34" fmla="*/ 312 w 312"/>
                <a:gd name="T35" fmla="*/ 226 h 384"/>
                <a:gd name="T36" fmla="*/ 290 w 312"/>
                <a:gd name="T37" fmla="*/ 306 h 384"/>
                <a:gd name="T38" fmla="*/ 230 w 312"/>
                <a:gd name="T39" fmla="*/ 363 h 384"/>
                <a:gd name="T40" fmla="*/ 146 w 312"/>
                <a:gd name="T4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2" h="384">
                  <a:moveTo>
                    <a:pt x="146" y="384"/>
                  </a:moveTo>
                  <a:cubicBezTo>
                    <a:pt x="0" y="384"/>
                    <a:pt x="0" y="384"/>
                    <a:pt x="0" y="38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2" y="300"/>
                    <a:pt x="92" y="300"/>
                    <a:pt x="92" y="300"/>
                  </a:cubicBezTo>
                  <a:cubicBezTo>
                    <a:pt x="146" y="300"/>
                    <a:pt x="146" y="300"/>
                    <a:pt x="146" y="300"/>
                  </a:cubicBezTo>
                  <a:cubicBezTo>
                    <a:pt x="167" y="300"/>
                    <a:pt x="185" y="293"/>
                    <a:pt x="198" y="279"/>
                  </a:cubicBezTo>
                  <a:cubicBezTo>
                    <a:pt x="212" y="266"/>
                    <a:pt x="219" y="248"/>
                    <a:pt x="219" y="226"/>
                  </a:cubicBezTo>
                  <a:cubicBezTo>
                    <a:pt x="219" y="158"/>
                    <a:pt x="219" y="158"/>
                    <a:pt x="219" y="158"/>
                  </a:cubicBezTo>
                  <a:cubicBezTo>
                    <a:pt x="219" y="137"/>
                    <a:pt x="212" y="119"/>
                    <a:pt x="198" y="106"/>
                  </a:cubicBezTo>
                  <a:cubicBezTo>
                    <a:pt x="185" y="92"/>
                    <a:pt x="167" y="85"/>
                    <a:pt x="146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7" y="0"/>
                    <a:pt x="205" y="7"/>
                    <a:pt x="230" y="22"/>
                  </a:cubicBezTo>
                  <a:cubicBezTo>
                    <a:pt x="255" y="36"/>
                    <a:pt x="275" y="55"/>
                    <a:pt x="290" y="79"/>
                  </a:cubicBezTo>
                  <a:cubicBezTo>
                    <a:pt x="304" y="102"/>
                    <a:pt x="312" y="129"/>
                    <a:pt x="312" y="158"/>
                  </a:cubicBezTo>
                  <a:cubicBezTo>
                    <a:pt x="312" y="226"/>
                    <a:pt x="312" y="226"/>
                    <a:pt x="312" y="226"/>
                  </a:cubicBezTo>
                  <a:cubicBezTo>
                    <a:pt x="312" y="256"/>
                    <a:pt x="304" y="282"/>
                    <a:pt x="290" y="306"/>
                  </a:cubicBezTo>
                  <a:cubicBezTo>
                    <a:pt x="275" y="330"/>
                    <a:pt x="255" y="349"/>
                    <a:pt x="230" y="363"/>
                  </a:cubicBezTo>
                  <a:cubicBezTo>
                    <a:pt x="205" y="377"/>
                    <a:pt x="177" y="384"/>
                    <a:pt x="146" y="3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58938708-E5B1-9B10-7DD5-CD953D2A5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84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5 w 868"/>
                <a:gd name="T5" fmla="*/ 917 h 917"/>
                <a:gd name="T6" fmla="*/ 598 w 868"/>
                <a:gd name="T7" fmla="*/ 738 h 917"/>
                <a:gd name="T8" fmla="*/ 263 w 868"/>
                <a:gd name="T9" fmla="*/ 738 h 917"/>
                <a:gd name="T10" fmla="*/ 218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5" y="917"/>
                  </a:lnTo>
                  <a:lnTo>
                    <a:pt x="598" y="738"/>
                  </a:lnTo>
                  <a:lnTo>
                    <a:pt x="263" y="738"/>
                  </a:lnTo>
                  <a:lnTo>
                    <a:pt x="218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</p:grpSp>
      <p:sp>
        <p:nvSpPr>
          <p:cNvPr id="9" name="Espace réservé du texte 33">
            <a:extLst>
              <a:ext uri="{FF2B5EF4-FFF2-40B4-BE49-F238E27FC236}">
                <a16:creationId xmlns:a16="http://schemas.microsoft.com/office/drawing/2014/main" id="{4FAF7A34-3115-167E-E15B-227E6B46B4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1989" y="385038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10" name="Espace réservé du texte 33">
            <a:extLst>
              <a:ext uri="{FF2B5EF4-FFF2-40B4-BE49-F238E27FC236}">
                <a16:creationId xmlns:a16="http://schemas.microsoft.com/office/drawing/2014/main" id="{762F7F4B-A37D-5C6B-E77D-23FBC9E548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6717" y="621000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11" name="Espace réservé du texte 33">
            <a:extLst>
              <a:ext uri="{FF2B5EF4-FFF2-40B4-BE49-F238E27FC236}">
                <a16:creationId xmlns:a16="http://schemas.microsoft.com/office/drawing/2014/main" id="{2DC87B97-F5B2-AB9C-D802-4E246D33E7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1989" y="1175067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12" name="Espace réservé du texte 33">
            <a:extLst>
              <a:ext uri="{FF2B5EF4-FFF2-40B4-BE49-F238E27FC236}">
                <a16:creationId xmlns:a16="http://schemas.microsoft.com/office/drawing/2014/main" id="{FA8523F2-B13D-C35A-AD3C-58BFCBA0E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6717" y="1411029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FD48D8DC-E06F-2B5E-04DA-F0FE097AB1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1989" y="1965096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26" name="Espace réservé du texte 33">
            <a:extLst>
              <a:ext uri="{FF2B5EF4-FFF2-40B4-BE49-F238E27FC236}">
                <a16:creationId xmlns:a16="http://schemas.microsoft.com/office/drawing/2014/main" id="{9E9CA510-BA54-0C98-329D-7BD8A55EDD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6717" y="2201058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28" name="Espace réservé du texte 33">
            <a:extLst>
              <a:ext uri="{FF2B5EF4-FFF2-40B4-BE49-F238E27FC236}">
                <a16:creationId xmlns:a16="http://schemas.microsoft.com/office/drawing/2014/main" id="{B6AD133D-3D57-2403-14DE-59CC9A522F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61989" y="2755125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29" name="Espace réservé du texte 33">
            <a:extLst>
              <a:ext uri="{FF2B5EF4-FFF2-40B4-BE49-F238E27FC236}">
                <a16:creationId xmlns:a16="http://schemas.microsoft.com/office/drawing/2014/main" id="{29740421-120A-5E61-37CC-E7E1300B77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16717" y="2991087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0B15FBBF-677F-2C64-6EAF-7EE3DE7BBD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61989" y="3545154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32" name="Espace réservé du texte 33">
            <a:extLst>
              <a:ext uri="{FF2B5EF4-FFF2-40B4-BE49-F238E27FC236}">
                <a16:creationId xmlns:a16="http://schemas.microsoft.com/office/drawing/2014/main" id="{FD7D47B0-7BD3-198C-9BB1-30D744FB44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6717" y="3781116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01C07A16-1990-38D2-A59C-0C39505D2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1989" y="4335183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9117E2C-0A10-FD00-4D02-505B2386DC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16717" y="4571145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8645D9A9-E36A-DAAC-8314-C173C181CA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61989" y="5125210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9C1CB07F-011A-8899-510A-1DBF312051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16717" y="5361172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cxnSp>
        <p:nvCxnSpPr>
          <p:cNvPr id="14" name="Connecteur droit 30">
            <a:extLst>
              <a:ext uri="{FF2B5EF4-FFF2-40B4-BE49-F238E27FC236}">
                <a16:creationId xmlns:a16="http://schemas.microsoft.com/office/drawing/2014/main" id="{96944E43-E77C-AA60-02A9-CB57C7F3BFC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20725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35">
            <a:extLst>
              <a:ext uri="{FF2B5EF4-FFF2-40B4-BE49-F238E27FC236}">
                <a16:creationId xmlns:a16="http://schemas.microsoft.com/office/drawing/2014/main" id="{D30F66E1-54DE-B3D0-DE5B-6D0373488142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4">
            <a:extLst>
              <a:ext uri="{FF2B5EF4-FFF2-40B4-BE49-F238E27FC236}">
                <a16:creationId xmlns:a16="http://schemas.microsoft.com/office/drawing/2014/main" id="{706467D8-FF69-634E-B2B0-80804982A7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12078790-6071-894A-FDFA-6150CB617A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187B1575-EEA0-19F9-03B7-CCC4130C4C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B6E1F57-335D-218A-D306-D6033D6845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416D0F-BFDD-3CB9-B5CE-9D469106666C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577139F-1A15-111E-7CC7-A2821520365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1091FF-F5AD-CFF2-B5AF-700AFB3C54C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0" name="Groupe 2">
            <a:extLst>
              <a:ext uri="{FF2B5EF4-FFF2-40B4-BE49-F238E27FC236}">
                <a16:creationId xmlns:a16="http://schemas.microsoft.com/office/drawing/2014/main" id="{BB14DA7A-5CCF-1B52-49BE-66B1ED912FC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4274" y="6374581"/>
            <a:ext cx="108000" cy="108000"/>
            <a:chOff x="961227" y="5651700"/>
            <a:chExt cx="54000" cy="54000"/>
          </a:xfrm>
        </p:grpSpPr>
        <p:cxnSp>
          <p:nvCxnSpPr>
            <p:cNvPr id="21" name="Connecteur droit 33">
              <a:extLst>
                <a:ext uri="{FF2B5EF4-FFF2-40B4-BE49-F238E27FC236}">
                  <a16:creationId xmlns:a16="http://schemas.microsoft.com/office/drawing/2014/main" id="{3BFACAAA-66AC-B6C3-81C3-E25710926E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34">
              <a:extLst>
                <a:ext uri="{FF2B5EF4-FFF2-40B4-BE49-F238E27FC236}">
                  <a16:creationId xmlns:a16="http://schemas.microsoft.com/office/drawing/2014/main" id="{CF14FA22-4955-8D2C-9D56-C219BB8DAAA5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554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—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5A39B88-2052-61CA-A833-5DA4A3F9305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4349" y="439351"/>
            <a:ext cx="1317206" cy="248024"/>
            <a:chOff x="1328" y="1689"/>
            <a:chExt cx="5024" cy="946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9C656A00-0D59-394B-0A5A-E7835DB046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8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3 w 868"/>
                <a:gd name="T5" fmla="*/ 917 h 917"/>
                <a:gd name="T6" fmla="*/ 595 w 868"/>
                <a:gd name="T7" fmla="*/ 738 h 917"/>
                <a:gd name="T8" fmla="*/ 263 w 868"/>
                <a:gd name="T9" fmla="*/ 738 h 917"/>
                <a:gd name="T10" fmla="*/ 216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3" y="917"/>
                  </a:lnTo>
                  <a:lnTo>
                    <a:pt x="595" y="738"/>
                  </a:lnTo>
                  <a:lnTo>
                    <a:pt x="263" y="738"/>
                  </a:lnTo>
                  <a:lnTo>
                    <a:pt x="216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0CE54E7D-AE64-3F2A-D39E-67DB8DCBB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99" y="1689"/>
              <a:ext cx="790" cy="946"/>
            </a:xfrm>
            <a:custGeom>
              <a:avLst/>
              <a:gdLst>
                <a:gd name="T0" fmla="*/ 169 w 333"/>
                <a:gd name="T1" fmla="*/ 251 h 396"/>
                <a:gd name="T2" fmla="*/ 169 w 333"/>
                <a:gd name="T3" fmla="*/ 173 h 396"/>
                <a:gd name="T4" fmla="*/ 333 w 333"/>
                <a:gd name="T5" fmla="*/ 173 h 396"/>
                <a:gd name="T6" fmla="*/ 333 w 333"/>
                <a:gd name="T7" fmla="*/ 173 h 396"/>
                <a:gd name="T8" fmla="*/ 333 w 333"/>
                <a:gd name="T9" fmla="*/ 241 h 396"/>
                <a:gd name="T10" fmla="*/ 313 w 333"/>
                <a:gd name="T11" fmla="*/ 322 h 396"/>
                <a:gd name="T12" fmla="*/ 256 w 333"/>
                <a:gd name="T13" fmla="*/ 377 h 396"/>
                <a:gd name="T14" fmla="*/ 170 w 333"/>
                <a:gd name="T15" fmla="*/ 396 h 396"/>
                <a:gd name="T16" fmla="*/ 83 w 333"/>
                <a:gd name="T17" fmla="*/ 376 h 396"/>
                <a:gd name="T18" fmla="*/ 22 w 333"/>
                <a:gd name="T19" fmla="*/ 319 h 396"/>
                <a:gd name="T20" fmla="*/ 0 w 333"/>
                <a:gd name="T21" fmla="*/ 237 h 396"/>
                <a:gd name="T22" fmla="*/ 0 w 333"/>
                <a:gd name="T23" fmla="*/ 160 h 396"/>
                <a:gd name="T24" fmla="*/ 22 w 333"/>
                <a:gd name="T25" fmla="*/ 78 h 396"/>
                <a:gd name="T26" fmla="*/ 82 w 333"/>
                <a:gd name="T27" fmla="*/ 21 h 396"/>
                <a:gd name="T28" fmla="*/ 168 w 333"/>
                <a:gd name="T29" fmla="*/ 0 h 396"/>
                <a:gd name="T30" fmla="*/ 241 w 333"/>
                <a:gd name="T31" fmla="*/ 15 h 396"/>
                <a:gd name="T32" fmla="*/ 298 w 333"/>
                <a:gd name="T33" fmla="*/ 60 h 396"/>
                <a:gd name="T34" fmla="*/ 330 w 333"/>
                <a:gd name="T35" fmla="*/ 141 h 396"/>
                <a:gd name="T36" fmla="*/ 237 w 333"/>
                <a:gd name="T37" fmla="*/ 141 h 396"/>
                <a:gd name="T38" fmla="*/ 213 w 333"/>
                <a:gd name="T39" fmla="*/ 98 h 396"/>
                <a:gd name="T40" fmla="*/ 168 w 333"/>
                <a:gd name="T41" fmla="*/ 84 h 396"/>
                <a:gd name="T42" fmla="*/ 114 w 333"/>
                <a:gd name="T43" fmla="*/ 105 h 396"/>
                <a:gd name="T44" fmla="*/ 93 w 333"/>
                <a:gd name="T45" fmla="*/ 160 h 396"/>
                <a:gd name="T46" fmla="*/ 93 w 333"/>
                <a:gd name="T47" fmla="*/ 237 h 396"/>
                <a:gd name="T48" fmla="*/ 115 w 333"/>
                <a:gd name="T49" fmla="*/ 292 h 396"/>
                <a:gd name="T50" fmla="*/ 169 w 333"/>
                <a:gd name="T51" fmla="*/ 312 h 396"/>
                <a:gd name="T52" fmla="*/ 220 w 333"/>
                <a:gd name="T53" fmla="*/ 297 h 396"/>
                <a:gd name="T54" fmla="*/ 243 w 333"/>
                <a:gd name="T55" fmla="*/ 251 h 396"/>
                <a:gd name="T56" fmla="*/ 169 w 333"/>
                <a:gd name="T57" fmla="*/ 251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3" h="396">
                  <a:moveTo>
                    <a:pt x="169" y="251"/>
                  </a:moveTo>
                  <a:cubicBezTo>
                    <a:pt x="169" y="173"/>
                    <a:pt x="169" y="173"/>
                    <a:pt x="169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173"/>
                    <a:pt x="333" y="173"/>
                    <a:pt x="333" y="173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33" y="271"/>
                    <a:pt x="326" y="298"/>
                    <a:pt x="313" y="322"/>
                  </a:cubicBezTo>
                  <a:cubicBezTo>
                    <a:pt x="299" y="345"/>
                    <a:pt x="280" y="363"/>
                    <a:pt x="256" y="377"/>
                  </a:cubicBezTo>
                  <a:cubicBezTo>
                    <a:pt x="231" y="390"/>
                    <a:pt x="202" y="396"/>
                    <a:pt x="170" y="396"/>
                  </a:cubicBezTo>
                  <a:cubicBezTo>
                    <a:pt x="138" y="396"/>
                    <a:pt x="109" y="389"/>
                    <a:pt x="83" y="376"/>
                  </a:cubicBezTo>
                  <a:cubicBezTo>
                    <a:pt x="57" y="362"/>
                    <a:pt x="37" y="343"/>
                    <a:pt x="22" y="319"/>
                  </a:cubicBezTo>
                  <a:cubicBezTo>
                    <a:pt x="8" y="294"/>
                    <a:pt x="0" y="267"/>
                    <a:pt x="0" y="237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30"/>
                    <a:pt x="7" y="102"/>
                    <a:pt x="22" y="78"/>
                  </a:cubicBezTo>
                  <a:cubicBezTo>
                    <a:pt x="36" y="54"/>
                    <a:pt x="56" y="35"/>
                    <a:pt x="82" y="21"/>
                  </a:cubicBezTo>
                  <a:cubicBezTo>
                    <a:pt x="107" y="7"/>
                    <a:pt x="136" y="0"/>
                    <a:pt x="168" y="0"/>
                  </a:cubicBezTo>
                  <a:cubicBezTo>
                    <a:pt x="195" y="0"/>
                    <a:pt x="219" y="5"/>
                    <a:pt x="241" y="15"/>
                  </a:cubicBezTo>
                  <a:cubicBezTo>
                    <a:pt x="264" y="24"/>
                    <a:pt x="283" y="39"/>
                    <a:pt x="298" y="60"/>
                  </a:cubicBezTo>
                  <a:cubicBezTo>
                    <a:pt x="314" y="81"/>
                    <a:pt x="325" y="108"/>
                    <a:pt x="330" y="141"/>
                  </a:cubicBezTo>
                  <a:cubicBezTo>
                    <a:pt x="237" y="141"/>
                    <a:pt x="237" y="141"/>
                    <a:pt x="237" y="141"/>
                  </a:cubicBezTo>
                  <a:cubicBezTo>
                    <a:pt x="233" y="122"/>
                    <a:pt x="225" y="108"/>
                    <a:pt x="213" y="98"/>
                  </a:cubicBezTo>
                  <a:cubicBezTo>
                    <a:pt x="201" y="89"/>
                    <a:pt x="186" y="84"/>
                    <a:pt x="168" y="84"/>
                  </a:cubicBezTo>
                  <a:cubicBezTo>
                    <a:pt x="145" y="84"/>
                    <a:pt x="127" y="91"/>
                    <a:pt x="114" y="105"/>
                  </a:cubicBezTo>
                  <a:cubicBezTo>
                    <a:pt x="100" y="119"/>
                    <a:pt x="93" y="137"/>
                    <a:pt x="93" y="160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60"/>
                    <a:pt x="100" y="278"/>
                    <a:pt x="115" y="292"/>
                  </a:cubicBezTo>
                  <a:cubicBezTo>
                    <a:pt x="130" y="305"/>
                    <a:pt x="148" y="312"/>
                    <a:pt x="169" y="312"/>
                  </a:cubicBezTo>
                  <a:cubicBezTo>
                    <a:pt x="189" y="312"/>
                    <a:pt x="206" y="307"/>
                    <a:pt x="220" y="297"/>
                  </a:cubicBezTo>
                  <a:cubicBezTo>
                    <a:pt x="234" y="287"/>
                    <a:pt x="241" y="272"/>
                    <a:pt x="243" y="251"/>
                  </a:cubicBezTo>
                  <a:lnTo>
                    <a:pt x="169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06D2F09D-0FAA-6FCD-620F-43ECDCB4AE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4" y="1704"/>
              <a:ext cx="638" cy="917"/>
            </a:xfrm>
            <a:custGeom>
              <a:avLst/>
              <a:gdLst>
                <a:gd name="T0" fmla="*/ 0 w 638"/>
                <a:gd name="T1" fmla="*/ 0 h 917"/>
                <a:gd name="T2" fmla="*/ 638 w 638"/>
                <a:gd name="T3" fmla="*/ 0 h 917"/>
                <a:gd name="T4" fmla="*/ 638 w 638"/>
                <a:gd name="T5" fmla="*/ 193 h 917"/>
                <a:gd name="T6" fmla="*/ 216 w 638"/>
                <a:gd name="T7" fmla="*/ 193 h 917"/>
                <a:gd name="T8" fmla="*/ 216 w 638"/>
                <a:gd name="T9" fmla="*/ 363 h 917"/>
                <a:gd name="T10" fmla="*/ 631 w 638"/>
                <a:gd name="T11" fmla="*/ 363 h 917"/>
                <a:gd name="T12" fmla="*/ 631 w 638"/>
                <a:gd name="T13" fmla="*/ 547 h 917"/>
                <a:gd name="T14" fmla="*/ 216 w 638"/>
                <a:gd name="T15" fmla="*/ 547 h 917"/>
                <a:gd name="T16" fmla="*/ 216 w 638"/>
                <a:gd name="T17" fmla="*/ 726 h 917"/>
                <a:gd name="T18" fmla="*/ 638 w 638"/>
                <a:gd name="T19" fmla="*/ 726 h 917"/>
                <a:gd name="T20" fmla="*/ 638 w 638"/>
                <a:gd name="T21" fmla="*/ 917 h 917"/>
                <a:gd name="T22" fmla="*/ 0 w 638"/>
                <a:gd name="T23" fmla="*/ 917 h 917"/>
                <a:gd name="T24" fmla="*/ 0 w 638"/>
                <a:gd name="T25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8" h="917">
                  <a:moveTo>
                    <a:pt x="0" y="0"/>
                  </a:moveTo>
                  <a:lnTo>
                    <a:pt x="638" y="0"/>
                  </a:lnTo>
                  <a:lnTo>
                    <a:pt x="638" y="193"/>
                  </a:lnTo>
                  <a:lnTo>
                    <a:pt x="216" y="193"/>
                  </a:lnTo>
                  <a:lnTo>
                    <a:pt x="216" y="363"/>
                  </a:lnTo>
                  <a:lnTo>
                    <a:pt x="631" y="363"/>
                  </a:lnTo>
                  <a:lnTo>
                    <a:pt x="631" y="547"/>
                  </a:lnTo>
                  <a:lnTo>
                    <a:pt x="216" y="547"/>
                  </a:lnTo>
                  <a:lnTo>
                    <a:pt x="216" y="726"/>
                  </a:lnTo>
                  <a:lnTo>
                    <a:pt x="638" y="726"/>
                  </a:lnTo>
                  <a:lnTo>
                    <a:pt x="638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52BE4CE6-2742-D5B2-556C-AF99B8501B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51" y="1704"/>
              <a:ext cx="759" cy="917"/>
            </a:xfrm>
            <a:custGeom>
              <a:avLst/>
              <a:gdLst>
                <a:gd name="T0" fmla="*/ 0 w 759"/>
                <a:gd name="T1" fmla="*/ 0 h 917"/>
                <a:gd name="T2" fmla="*/ 363 w 759"/>
                <a:gd name="T3" fmla="*/ 0 h 917"/>
                <a:gd name="T4" fmla="*/ 557 w 759"/>
                <a:gd name="T5" fmla="*/ 776 h 917"/>
                <a:gd name="T6" fmla="*/ 557 w 759"/>
                <a:gd name="T7" fmla="*/ 0 h 917"/>
                <a:gd name="T8" fmla="*/ 759 w 759"/>
                <a:gd name="T9" fmla="*/ 0 h 917"/>
                <a:gd name="T10" fmla="*/ 759 w 759"/>
                <a:gd name="T11" fmla="*/ 917 h 917"/>
                <a:gd name="T12" fmla="*/ 396 w 759"/>
                <a:gd name="T13" fmla="*/ 917 h 917"/>
                <a:gd name="T14" fmla="*/ 201 w 759"/>
                <a:gd name="T15" fmla="*/ 136 h 917"/>
                <a:gd name="T16" fmla="*/ 201 w 759"/>
                <a:gd name="T17" fmla="*/ 917 h 917"/>
                <a:gd name="T18" fmla="*/ 0 w 759"/>
                <a:gd name="T19" fmla="*/ 917 h 917"/>
                <a:gd name="T20" fmla="*/ 0 w 759"/>
                <a:gd name="T21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9" h="917">
                  <a:moveTo>
                    <a:pt x="0" y="0"/>
                  </a:moveTo>
                  <a:lnTo>
                    <a:pt x="363" y="0"/>
                  </a:lnTo>
                  <a:lnTo>
                    <a:pt x="557" y="776"/>
                  </a:lnTo>
                  <a:lnTo>
                    <a:pt x="557" y="0"/>
                  </a:lnTo>
                  <a:lnTo>
                    <a:pt x="759" y="0"/>
                  </a:lnTo>
                  <a:lnTo>
                    <a:pt x="759" y="917"/>
                  </a:lnTo>
                  <a:lnTo>
                    <a:pt x="396" y="917"/>
                  </a:lnTo>
                  <a:lnTo>
                    <a:pt x="201" y="136"/>
                  </a:lnTo>
                  <a:lnTo>
                    <a:pt x="201" y="917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967DEBB-5A54-E501-028C-7C474BB7A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3" y="1704"/>
              <a:ext cx="741" cy="917"/>
            </a:xfrm>
            <a:custGeom>
              <a:avLst/>
              <a:gdLst>
                <a:gd name="T0" fmla="*/ 146 w 312"/>
                <a:gd name="T1" fmla="*/ 384 h 384"/>
                <a:gd name="T2" fmla="*/ 0 w 312"/>
                <a:gd name="T3" fmla="*/ 384 h 384"/>
                <a:gd name="T4" fmla="*/ 0 w 312"/>
                <a:gd name="T5" fmla="*/ 158 h 384"/>
                <a:gd name="T6" fmla="*/ 92 w 312"/>
                <a:gd name="T7" fmla="*/ 85 h 384"/>
                <a:gd name="T8" fmla="*/ 92 w 312"/>
                <a:gd name="T9" fmla="*/ 300 h 384"/>
                <a:gd name="T10" fmla="*/ 146 w 312"/>
                <a:gd name="T11" fmla="*/ 300 h 384"/>
                <a:gd name="T12" fmla="*/ 198 w 312"/>
                <a:gd name="T13" fmla="*/ 279 h 384"/>
                <a:gd name="T14" fmla="*/ 219 w 312"/>
                <a:gd name="T15" fmla="*/ 226 h 384"/>
                <a:gd name="T16" fmla="*/ 219 w 312"/>
                <a:gd name="T17" fmla="*/ 158 h 384"/>
                <a:gd name="T18" fmla="*/ 198 w 312"/>
                <a:gd name="T19" fmla="*/ 106 h 384"/>
                <a:gd name="T20" fmla="*/ 146 w 312"/>
                <a:gd name="T21" fmla="*/ 85 h 384"/>
                <a:gd name="T22" fmla="*/ 0 w 312"/>
                <a:gd name="T23" fmla="*/ 85 h 384"/>
                <a:gd name="T24" fmla="*/ 0 w 312"/>
                <a:gd name="T25" fmla="*/ 0 h 384"/>
                <a:gd name="T26" fmla="*/ 146 w 312"/>
                <a:gd name="T27" fmla="*/ 0 h 384"/>
                <a:gd name="T28" fmla="*/ 230 w 312"/>
                <a:gd name="T29" fmla="*/ 22 h 384"/>
                <a:gd name="T30" fmla="*/ 290 w 312"/>
                <a:gd name="T31" fmla="*/ 79 h 384"/>
                <a:gd name="T32" fmla="*/ 312 w 312"/>
                <a:gd name="T33" fmla="*/ 158 h 384"/>
                <a:gd name="T34" fmla="*/ 312 w 312"/>
                <a:gd name="T35" fmla="*/ 226 h 384"/>
                <a:gd name="T36" fmla="*/ 290 w 312"/>
                <a:gd name="T37" fmla="*/ 306 h 384"/>
                <a:gd name="T38" fmla="*/ 230 w 312"/>
                <a:gd name="T39" fmla="*/ 363 h 384"/>
                <a:gd name="T40" fmla="*/ 146 w 312"/>
                <a:gd name="T4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2" h="384">
                  <a:moveTo>
                    <a:pt x="146" y="384"/>
                  </a:moveTo>
                  <a:cubicBezTo>
                    <a:pt x="0" y="384"/>
                    <a:pt x="0" y="384"/>
                    <a:pt x="0" y="38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2" y="300"/>
                    <a:pt x="92" y="300"/>
                    <a:pt x="92" y="300"/>
                  </a:cubicBezTo>
                  <a:cubicBezTo>
                    <a:pt x="146" y="300"/>
                    <a:pt x="146" y="300"/>
                    <a:pt x="146" y="300"/>
                  </a:cubicBezTo>
                  <a:cubicBezTo>
                    <a:pt x="167" y="300"/>
                    <a:pt x="185" y="293"/>
                    <a:pt x="198" y="279"/>
                  </a:cubicBezTo>
                  <a:cubicBezTo>
                    <a:pt x="212" y="266"/>
                    <a:pt x="219" y="248"/>
                    <a:pt x="219" y="226"/>
                  </a:cubicBezTo>
                  <a:cubicBezTo>
                    <a:pt x="219" y="158"/>
                    <a:pt x="219" y="158"/>
                    <a:pt x="219" y="158"/>
                  </a:cubicBezTo>
                  <a:cubicBezTo>
                    <a:pt x="219" y="137"/>
                    <a:pt x="212" y="119"/>
                    <a:pt x="198" y="106"/>
                  </a:cubicBezTo>
                  <a:cubicBezTo>
                    <a:pt x="185" y="92"/>
                    <a:pt x="167" y="85"/>
                    <a:pt x="146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7" y="0"/>
                    <a:pt x="205" y="7"/>
                    <a:pt x="230" y="22"/>
                  </a:cubicBezTo>
                  <a:cubicBezTo>
                    <a:pt x="255" y="36"/>
                    <a:pt x="275" y="55"/>
                    <a:pt x="290" y="79"/>
                  </a:cubicBezTo>
                  <a:cubicBezTo>
                    <a:pt x="304" y="102"/>
                    <a:pt x="312" y="129"/>
                    <a:pt x="312" y="158"/>
                  </a:cubicBezTo>
                  <a:cubicBezTo>
                    <a:pt x="312" y="226"/>
                    <a:pt x="312" y="226"/>
                    <a:pt x="312" y="226"/>
                  </a:cubicBezTo>
                  <a:cubicBezTo>
                    <a:pt x="312" y="256"/>
                    <a:pt x="304" y="282"/>
                    <a:pt x="290" y="306"/>
                  </a:cubicBezTo>
                  <a:cubicBezTo>
                    <a:pt x="275" y="330"/>
                    <a:pt x="255" y="349"/>
                    <a:pt x="230" y="363"/>
                  </a:cubicBezTo>
                  <a:cubicBezTo>
                    <a:pt x="205" y="377"/>
                    <a:pt x="177" y="384"/>
                    <a:pt x="146" y="3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58938708-E5B1-9B10-7DD5-CD953D2A5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84" y="1704"/>
              <a:ext cx="868" cy="917"/>
            </a:xfrm>
            <a:custGeom>
              <a:avLst/>
              <a:gdLst>
                <a:gd name="T0" fmla="*/ 595 w 868"/>
                <a:gd name="T1" fmla="*/ 0 h 917"/>
                <a:gd name="T2" fmla="*/ 868 w 868"/>
                <a:gd name="T3" fmla="*/ 917 h 917"/>
                <a:gd name="T4" fmla="*/ 645 w 868"/>
                <a:gd name="T5" fmla="*/ 917 h 917"/>
                <a:gd name="T6" fmla="*/ 598 w 868"/>
                <a:gd name="T7" fmla="*/ 738 h 917"/>
                <a:gd name="T8" fmla="*/ 263 w 868"/>
                <a:gd name="T9" fmla="*/ 738 h 917"/>
                <a:gd name="T10" fmla="*/ 218 w 868"/>
                <a:gd name="T11" fmla="*/ 917 h 917"/>
                <a:gd name="T12" fmla="*/ 0 w 868"/>
                <a:gd name="T13" fmla="*/ 917 h 917"/>
                <a:gd name="T14" fmla="*/ 273 w 868"/>
                <a:gd name="T15" fmla="*/ 0 h 917"/>
                <a:gd name="T16" fmla="*/ 595 w 868"/>
                <a:gd name="T17" fmla="*/ 0 h 917"/>
                <a:gd name="T18" fmla="*/ 318 w 868"/>
                <a:gd name="T19" fmla="*/ 544 h 917"/>
                <a:gd name="T20" fmla="*/ 543 w 868"/>
                <a:gd name="T21" fmla="*/ 544 h 917"/>
                <a:gd name="T22" fmla="*/ 429 w 868"/>
                <a:gd name="T23" fmla="*/ 155 h 917"/>
                <a:gd name="T24" fmla="*/ 318 w 868"/>
                <a:gd name="T25" fmla="*/ 544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8" h="917">
                  <a:moveTo>
                    <a:pt x="595" y="0"/>
                  </a:moveTo>
                  <a:lnTo>
                    <a:pt x="868" y="917"/>
                  </a:lnTo>
                  <a:lnTo>
                    <a:pt x="645" y="917"/>
                  </a:lnTo>
                  <a:lnTo>
                    <a:pt x="598" y="738"/>
                  </a:lnTo>
                  <a:lnTo>
                    <a:pt x="263" y="738"/>
                  </a:lnTo>
                  <a:lnTo>
                    <a:pt x="218" y="917"/>
                  </a:lnTo>
                  <a:lnTo>
                    <a:pt x="0" y="917"/>
                  </a:lnTo>
                  <a:lnTo>
                    <a:pt x="273" y="0"/>
                  </a:lnTo>
                  <a:lnTo>
                    <a:pt x="595" y="0"/>
                  </a:lnTo>
                  <a:close/>
                  <a:moveTo>
                    <a:pt x="318" y="544"/>
                  </a:moveTo>
                  <a:lnTo>
                    <a:pt x="543" y="544"/>
                  </a:lnTo>
                  <a:lnTo>
                    <a:pt x="429" y="155"/>
                  </a:lnTo>
                  <a:lnTo>
                    <a:pt x="318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+mj-lt"/>
              </a:endParaRPr>
            </a:p>
          </p:txBody>
        </p:sp>
      </p:grp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0B15FBBF-677F-2C64-6EAF-7EE3DE7BBD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61989" y="3545154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32" name="Espace réservé du texte 33">
            <a:extLst>
              <a:ext uri="{FF2B5EF4-FFF2-40B4-BE49-F238E27FC236}">
                <a16:creationId xmlns:a16="http://schemas.microsoft.com/office/drawing/2014/main" id="{FD7D47B0-7BD3-198C-9BB1-30D744FB44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6717" y="3781116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01C07A16-1990-38D2-A59C-0C39505D2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1989" y="4335183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9117E2C-0A10-FD00-4D02-505B2386DC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16717" y="4571145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8645D9A9-E36A-DAAC-8314-C173C181CA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61989" y="5125210"/>
            <a:ext cx="15626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8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9C1CB07F-011A-8899-510A-1DBF312051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16717" y="5361172"/>
            <a:ext cx="5986084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000" cap="all" baseline="0">
                <a:solidFill>
                  <a:srgbClr val="C8C8C8"/>
                </a:solidFill>
                <a:latin typeface="+mj-lt"/>
              </a:defRPr>
            </a:lvl1pPr>
          </a:lstStyle>
          <a:p>
            <a:pPr lvl="0"/>
            <a:r>
              <a:rPr lang="fr-FR"/>
              <a:t>SHORT TITLE</a:t>
            </a:r>
          </a:p>
        </p:txBody>
      </p:sp>
      <p:cxnSp>
        <p:nvCxnSpPr>
          <p:cNvPr id="14" name="Connecteur droit 30">
            <a:extLst>
              <a:ext uri="{FF2B5EF4-FFF2-40B4-BE49-F238E27FC236}">
                <a16:creationId xmlns:a16="http://schemas.microsoft.com/office/drawing/2014/main" id="{96944E43-E77C-AA60-02A9-CB57C7F3BFC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20725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35">
            <a:extLst>
              <a:ext uri="{FF2B5EF4-FFF2-40B4-BE49-F238E27FC236}">
                <a16:creationId xmlns:a16="http://schemas.microsoft.com/office/drawing/2014/main" id="{D30F66E1-54DE-B3D0-DE5B-6D0373488142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4">
            <a:extLst>
              <a:ext uri="{FF2B5EF4-FFF2-40B4-BE49-F238E27FC236}">
                <a16:creationId xmlns:a16="http://schemas.microsoft.com/office/drawing/2014/main" id="{706467D8-FF69-634E-B2B0-80804982A7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12078790-6071-894A-FDFA-6150CB617A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187B1575-EEA0-19F9-03B7-CCC4130C4C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B6E1F57-335D-218A-D306-D6033D6845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416D0F-BFDD-3CB9-B5CE-9D469106666C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577139F-1A15-111E-7CC7-A2821520365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1091FF-F5AD-CFF2-B5AF-700AFB3C54C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0" name="Groupe 2">
            <a:extLst>
              <a:ext uri="{FF2B5EF4-FFF2-40B4-BE49-F238E27FC236}">
                <a16:creationId xmlns:a16="http://schemas.microsoft.com/office/drawing/2014/main" id="{BB14DA7A-5CCF-1B52-49BE-66B1ED912FC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4274" y="6374581"/>
            <a:ext cx="108000" cy="108000"/>
            <a:chOff x="961227" y="5651700"/>
            <a:chExt cx="54000" cy="54000"/>
          </a:xfrm>
        </p:grpSpPr>
        <p:cxnSp>
          <p:nvCxnSpPr>
            <p:cNvPr id="21" name="Connecteur droit 33">
              <a:extLst>
                <a:ext uri="{FF2B5EF4-FFF2-40B4-BE49-F238E27FC236}">
                  <a16:creationId xmlns:a16="http://schemas.microsoft.com/office/drawing/2014/main" id="{3BFACAAA-66AC-B6C3-81C3-E25710926E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34">
              <a:extLst>
                <a:ext uri="{FF2B5EF4-FFF2-40B4-BE49-F238E27FC236}">
                  <a16:creationId xmlns:a16="http://schemas.microsoft.com/office/drawing/2014/main" id="{CF14FA22-4955-8D2C-9D56-C219BB8DAAA5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625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5CEA5A18-04FA-AE1D-E791-717B01CF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568" y="4386065"/>
            <a:ext cx="8391432" cy="974626"/>
          </a:xfrm>
        </p:spPr>
        <p:txBody>
          <a:bodyPr>
            <a:spAutoFit/>
          </a:bodyPr>
          <a:lstStyle>
            <a:lvl1pPr>
              <a:lnSpc>
                <a:spcPct val="60000"/>
              </a:lnSpc>
              <a:defRPr sz="10000"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Espace réservé du texte 33">
            <a:extLst>
              <a:ext uri="{FF2B5EF4-FFF2-40B4-BE49-F238E27FC236}">
                <a16:creationId xmlns:a16="http://schemas.microsoft.com/office/drawing/2014/main" id="{3176A187-8BCD-E319-DFDD-65BC72E61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000" y="-41637"/>
            <a:ext cx="2218750" cy="216982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cxnSp>
        <p:nvCxnSpPr>
          <p:cNvPr id="4" name="Connecteur droit 30">
            <a:extLst>
              <a:ext uri="{FF2B5EF4-FFF2-40B4-BE49-F238E27FC236}">
                <a16:creationId xmlns:a16="http://schemas.microsoft.com/office/drawing/2014/main" id="{5A6DB657-6CE7-D2A6-1303-A0700E12DC8A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20725" y="3429000"/>
            <a:ext cx="68580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35">
            <a:extLst>
              <a:ext uri="{FF2B5EF4-FFF2-40B4-BE49-F238E27FC236}">
                <a16:creationId xmlns:a16="http://schemas.microsoft.com/office/drawing/2014/main" id="{7F7809F0-0DA4-F60E-4308-CFDE3EA84F10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91649DA2-0E20-7A17-67F9-F5095401C9C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003D308-FC8D-21FF-DA8E-224A3F8C98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D69A4B6-890D-1EFB-2F3D-F673B0784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C70D081A-F6AE-905E-EFF4-EA5DF04203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36F5B9-72B1-6A7A-5433-A9EEDF4B2C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1B2D99A-4127-5834-330C-CBF28A142F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57668-51EE-4BF1-FF69-B999D5A88D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0" name="Groupe 2">
            <a:extLst>
              <a:ext uri="{FF2B5EF4-FFF2-40B4-BE49-F238E27FC236}">
                <a16:creationId xmlns:a16="http://schemas.microsoft.com/office/drawing/2014/main" id="{A28B1BD0-DBB2-4365-000C-7C9139A60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4274" y="6374581"/>
            <a:ext cx="108000" cy="108000"/>
            <a:chOff x="961227" y="5651700"/>
            <a:chExt cx="54000" cy="54000"/>
          </a:xfrm>
        </p:grpSpPr>
        <p:cxnSp>
          <p:nvCxnSpPr>
            <p:cNvPr id="16" name="Connecteur droit 33">
              <a:extLst>
                <a:ext uri="{FF2B5EF4-FFF2-40B4-BE49-F238E27FC236}">
                  <a16:creationId xmlns:a16="http://schemas.microsoft.com/office/drawing/2014/main" id="{97FD30F0-347B-60D7-5F5D-041E067DC9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34">
              <a:extLst>
                <a:ext uri="{FF2B5EF4-FFF2-40B4-BE49-F238E27FC236}">
                  <a16:creationId xmlns:a16="http://schemas.microsoft.com/office/drawing/2014/main" id="{6421FC52-F961-5B9D-AF31-1F4A00E3A511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593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5CEA5A18-04FA-AE1D-E791-717B01CF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569" y="4386064"/>
            <a:ext cx="6593538" cy="974626"/>
          </a:xfrm>
        </p:spPr>
        <p:txBody>
          <a:bodyPr/>
          <a:lstStyle>
            <a:lvl1pPr>
              <a:lnSpc>
                <a:spcPct val="60000"/>
              </a:lnSpc>
              <a:defRPr sz="10000"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Espace réservé du texte 33">
            <a:extLst>
              <a:ext uri="{FF2B5EF4-FFF2-40B4-BE49-F238E27FC236}">
                <a16:creationId xmlns:a16="http://schemas.microsoft.com/office/drawing/2014/main" id="{3176A187-8BCD-E319-DFDD-65BC72E61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000" y="-41637"/>
            <a:ext cx="2218750" cy="216982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4" name="Espace réservé du texte 33">
            <a:extLst>
              <a:ext uri="{FF2B5EF4-FFF2-40B4-BE49-F238E27FC236}">
                <a16:creationId xmlns:a16="http://schemas.microsoft.com/office/drawing/2014/main" id="{3ABFBEE4-924D-2EBF-0E01-AA34189296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1112" y="4015584"/>
            <a:ext cx="2562818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endParaRPr lang="fr-FR"/>
          </a:p>
        </p:txBody>
      </p:sp>
      <p:cxnSp>
        <p:nvCxnSpPr>
          <p:cNvPr id="5" name="Connecteur droit 30">
            <a:extLst>
              <a:ext uri="{FF2B5EF4-FFF2-40B4-BE49-F238E27FC236}">
                <a16:creationId xmlns:a16="http://schemas.microsoft.com/office/drawing/2014/main" id="{9139BBF0-3014-E032-490F-5917A9D2714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20725" y="3429000"/>
            <a:ext cx="68580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35">
            <a:extLst>
              <a:ext uri="{FF2B5EF4-FFF2-40B4-BE49-F238E27FC236}">
                <a16:creationId xmlns:a16="http://schemas.microsoft.com/office/drawing/2014/main" id="{EC57C88A-ABF7-EE03-A753-FC80F87C867D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">
            <a:extLst>
              <a:ext uri="{FF2B5EF4-FFF2-40B4-BE49-F238E27FC236}">
                <a16:creationId xmlns:a16="http://schemas.microsoft.com/office/drawing/2014/main" id="{37E64152-896D-9351-AAF7-11912413BD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AE55CBA-493C-E4E8-01EA-D2A2ECDB6D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868869EB-EFA6-0BAD-DEE1-39FC5C2612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B26F761-DBC6-1DC6-1030-EAD96DE80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430A5-6B26-083B-68C8-68B9BA6F1A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0641F-0284-B5AA-CCEC-8594A9F920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D7A7F-0689-321D-1DF0-FA24FBF99F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0" name="Groupe 2">
            <a:extLst>
              <a:ext uri="{FF2B5EF4-FFF2-40B4-BE49-F238E27FC236}">
                <a16:creationId xmlns:a16="http://schemas.microsoft.com/office/drawing/2014/main" id="{09BEB55D-6F2B-9391-F22B-343D93F1CE5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4274" y="6374581"/>
            <a:ext cx="108000" cy="108000"/>
            <a:chOff x="961227" y="5651700"/>
            <a:chExt cx="54000" cy="54000"/>
          </a:xfrm>
        </p:grpSpPr>
        <p:cxnSp>
          <p:nvCxnSpPr>
            <p:cNvPr id="16" name="Connecteur droit 33">
              <a:extLst>
                <a:ext uri="{FF2B5EF4-FFF2-40B4-BE49-F238E27FC236}">
                  <a16:creationId xmlns:a16="http://schemas.microsoft.com/office/drawing/2014/main" id="{DEBB26D6-CED7-C198-B99C-B205974301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34">
              <a:extLst>
                <a:ext uri="{FF2B5EF4-FFF2-40B4-BE49-F238E27FC236}">
                  <a16:creationId xmlns:a16="http://schemas.microsoft.com/office/drawing/2014/main" id="{9EE4F3C2-4403-505B-7BDB-C186EED804BD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06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9ECD185-A6B9-964C-2AAC-510B4E1536F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18EF5925-C040-5EA5-EF71-200D44EDC0C6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29CEC2-5529-7F44-A01D-E66AEE356C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1700" y="3395450"/>
            <a:ext cx="9352300" cy="3003550"/>
          </a:xfrm>
          <a:prstGeom prst="rect">
            <a:avLst/>
          </a:prstGeom>
        </p:spPr>
        <p:txBody>
          <a:bodyPr lIns="0" tIns="0" bIns="0" anchor="b"/>
          <a:lstStyle>
            <a:lvl1pPr marL="0" indent="0">
              <a:lnSpc>
                <a:spcPct val="60000"/>
              </a:lnSpc>
              <a:spcBef>
                <a:spcPts val="0"/>
              </a:spcBef>
              <a:buNone/>
              <a:defRPr sz="14000" cap="all" baseline="0">
                <a:solidFill>
                  <a:srgbClr val="BEBEBE"/>
                </a:solidFill>
                <a:latin typeface="+mj-lt"/>
              </a:defRPr>
            </a:lvl1pPr>
            <a:lvl2pPr marL="457200" indent="0">
              <a:buNone/>
              <a:defRPr/>
            </a:lvl2pPr>
            <a:lvl3pPr>
              <a:defRPr/>
            </a:lvl3pPr>
          </a:lstStyle>
          <a:p>
            <a:pPr lvl="0"/>
            <a:r>
              <a:rPr lang="fr-FR"/>
              <a:t>small headlines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BABC6C7-397C-A02B-8197-D65B8B92858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A55D3EC8-D505-FE10-8BED-BBD3CC650F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252D7E7F-6337-3A41-89F6-B96430692979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DF92EC8-9E02-15F4-4617-186D5F3858B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DC17ECE-1C20-2267-DBB5-220012B46A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A4F2DDF-957C-FB35-E350-013A3FFFB0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A936CEC-FD35-CA1F-E2C1-13F6B922E9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89BFA77-AE63-7407-788D-7BA1560ABD7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70EEAD-4214-1441-A6C6-B0821EEB9D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DAF45DF-C092-7DB5-8EFD-BFBFB4317A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35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ENT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29CEC2-5529-7F44-A01D-E66AEE356C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1700" y="3213000"/>
            <a:ext cx="7670800" cy="3003550"/>
          </a:xfrm>
          <a:prstGeom prst="rect">
            <a:avLst/>
          </a:prstGeom>
        </p:spPr>
        <p:txBody>
          <a:bodyPr lIns="0" tIns="0" bIns="0" anchor="b"/>
          <a:lstStyle>
            <a:lvl1pPr marL="0" indent="0">
              <a:lnSpc>
                <a:spcPct val="71000"/>
              </a:lnSpc>
              <a:spcBef>
                <a:spcPts val="0"/>
              </a:spcBef>
              <a:buNone/>
              <a:defRPr sz="8000" cap="none" baseline="0">
                <a:solidFill>
                  <a:srgbClr val="BEBEBE"/>
                </a:solidFill>
              </a:defRPr>
            </a:lvl1pPr>
            <a:lvl2pPr marL="457200" indent="0">
              <a:buNone/>
              <a:defRPr/>
            </a:lvl2pPr>
            <a:lvl3pPr>
              <a:defRPr/>
            </a:lvl3pPr>
          </a:lstStyle>
          <a:p>
            <a:pPr lvl="0"/>
            <a:r>
              <a:rPr lang="fr-FR"/>
              <a:t>small sentence</a:t>
            </a:r>
          </a:p>
        </p:txBody>
      </p:sp>
      <p:cxnSp>
        <p:nvCxnSpPr>
          <p:cNvPr id="4" name="Connecteur droit 30">
            <a:extLst>
              <a:ext uri="{FF2B5EF4-FFF2-40B4-BE49-F238E27FC236}">
                <a16:creationId xmlns:a16="http://schemas.microsoft.com/office/drawing/2014/main" id="{CBFE23FB-E3AC-D51F-6552-4C27E605FC3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35">
            <a:extLst>
              <a:ext uri="{FF2B5EF4-FFF2-40B4-BE49-F238E27FC236}">
                <a16:creationId xmlns:a16="http://schemas.microsoft.com/office/drawing/2014/main" id="{83DB2EF2-7996-8F0E-DDFE-ECB616B9581A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e 1">
            <a:extLst>
              <a:ext uri="{FF2B5EF4-FFF2-40B4-BE49-F238E27FC236}">
                <a16:creationId xmlns:a16="http://schemas.microsoft.com/office/drawing/2014/main" id="{69AA68A3-603B-0305-9F94-3F632ED2C94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3" name="Connecteur droit 4">
              <a:extLst>
                <a:ext uri="{FF2B5EF4-FFF2-40B4-BE49-F238E27FC236}">
                  <a16:creationId xmlns:a16="http://schemas.microsoft.com/office/drawing/2014/main" id="{211C8F38-D46B-2FA1-F637-705B2F40D0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7">
              <a:extLst>
                <a:ext uri="{FF2B5EF4-FFF2-40B4-BE49-F238E27FC236}">
                  <a16:creationId xmlns:a16="http://schemas.microsoft.com/office/drawing/2014/main" id="{68024A07-0F7F-DCE0-AD1B-25FF117C06D8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34EB1B59-FA80-22A9-1FA9-646BE0A0E7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F7F5E2C-3C13-505F-E10A-C124C956D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A3F430D1-7821-F11D-CB9F-ED403EB771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8A2B266F-5D75-0EFE-01E2-C6A123380F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F911A5-FC73-6DF2-C7B9-AA0EF37748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840D7E-D6F9-507A-D372-3EB941B76D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B5DA57-149B-7E48-DE76-816206253C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457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ENT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29CEC2-5529-7F44-A01D-E66AEE356C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1700" y="3105000"/>
            <a:ext cx="7221538" cy="3003550"/>
          </a:xfrm>
          <a:prstGeom prst="rect">
            <a:avLst/>
          </a:prstGeom>
        </p:spPr>
        <p:txBody>
          <a:bodyPr lIns="0" tIns="0" bIns="0" anchor="b"/>
          <a:lstStyle>
            <a:lvl1pPr marL="0" indent="0">
              <a:lnSpc>
                <a:spcPct val="78000"/>
              </a:lnSpc>
              <a:spcBef>
                <a:spcPts val="0"/>
              </a:spcBef>
              <a:buNone/>
              <a:defRPr sz="4000" cap="none" baseline="0">
                <a:solidFill>
                  <a:srgbClr val="BEBEBE"/>
                </a:solidFill>
              </a:defRPr>
            </a:lvl1pPr>
            <a:lvl2pPr marL="457200" indent="0">
              <a:buNone/>
              <a:defRPr/>
            </a:lvl2pPr>
            <a:lvl3pPr>
              <a:defRPr/>
            </a:lvl3pPr>
          </a:lstStyle>
          <a:p>
            <a:pPr lvl="0"/>
            <a:r>
              <a:rPr lang="fr-FR"/>
              <a:t>Big sentence</a:t>
            </a:r>
          </a:p>
        </p:txBody>
      </p: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C743F72E-9905-E660-E530-FC72773A18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37431" y="5824050"/>
            <a:ext cx="2419612" cy="2585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200" cap="none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2" name="Connecteur droit 30">
            <a:extLst>
              <a:ext uri="{FF2B5EF4-FFF2-40B4-BE49-F238E27FC236}">
                <a16:creationId xmlns:a16="http://schemas.microsoft.com/office/drawing/2014/main" id="{7F3F8A87-1BD2-7A92-B4EE-D06B0657818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5">
            <a:extLst>
              <a:ext uri="{FF2B5EF4-FFF2-40B4-BE49-F238E27FC236}">
                <a16:creationId xmlns:a16="http://schemas.microsoft.com/office/drawing/2014/main" id="{9FCFF3B4-8E18-494B-1A46-D861CACD23A6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e 1">
            <a:extLst>
              <a:ext uri="{FF2B5EF4-FFF2-40B4-BE49-F238E27FC236}">
                <a16:creationId xmlns:a16="http://schemas.microsoft.com/office/drawing/2014/main" id="{A2DC60D4-FBEB-C7F7-4076-B0FF165241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2" name="Connecteur droit 4">
              <a:extLst>
                <a:ext uri="{FF2B5EF4-FFF2-40B4-BE49-F238E27FC236}">
                  <a16:creationId xmlns:a16="http://schemas.microsoft.com/office/drawing/2014/main" id="{882D7B5E-4515-E793-8841-E82AE12EEF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7">
              <a:extLst>
                <a:ext uri="{FF2B5EF4-FFF2-40B4-BE49-F238E27FC236}">
                  <a16:creationId xmlns:a16="http://schemas.microsoft.com/office/drawing/2014/main" id="{DA722813-E45B-E69D-F949-92378511AD4B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F13D2808-E0EB-3185-01CB-49D2D4FDFD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F98E74EA-AEEE-7153-0AB8-B56C77FF5B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2CFA868-A522-79C2-4EE0-A544775360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6916C72C-8956-DBE2-5BED-0F033B6A51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AE37-49F8-3629-6674-8372E4467FA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265F0-12F8-6EC0-B83C-7E5EF6881F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F9E448-E251-BD09-E63A-20DD3AC634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723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/ TEXT—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0D236E2-97C3-0BF1-E8D3-3FB8EBE32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1700" y="1279525"/>
            <a:ext cx="4516435" cy="4714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1698EB41-BDB7-CEA1-44A5-0F0C08E335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80101" y="1279525"/>
            <a:ext cx="2692400" cy="4714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661A8B85-B1D9-00A1-9999-B8554597EB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17001" y="1279525"/>
            <a:ext cx="2692400" cy="4714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DD1AE8-BA50-A6AA-3A01-29730AC9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810874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354788-8937-7AB6-7E26-2E09E6772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10810862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3" name="Connecteur droit 30">
            <a:extLst>
              <a:ext uri="{FF2B5EF4-FFF2-40B4-BE49-F238E27FC236}">
                <a16:creationId xmlns:a16="http://schemas.microsoft.com/office/drawing/2014/main" id="{A0E11013-6BF7-AF1C-FDF6-352680D6ED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5">
            <a:extLst>
              <a:ext uri="{FF2B5EF4-FFF2-40B4-BE49-F238E27FC236}">
                <a16:creationId xmlns:a16="http://schemas.microsoft.com/office/drawing/2014/main" id="{68F77F48-FCD0-67D5-F394-2A8A4D64BE04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1">
            <a:extLst>
              <a:ext uri="{FF2B5EF4-FFF2-40B4-BE49-F238E27FC236}">
                <a16:creationId xmlns:a16="http://schemas.microsoft.com/office/drawing/2014/main" id="{D4A3839A-D5C5-BFCD-C446-C36FB5DFDA5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5" name="Connecteur droit 4">
              <a:extLst>
                <a:ext uri="{FF2B5EF4-FFF2-40B4-BE49-F238E27FC236}">
                  <a16:creationId xmlns:a16="http://schemas.microsoft.com/office/drawing/2014/main" id="{37DF9D16-9B44-2117-D12D-15A32575FE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7">
              <a:extLst>
                <a:ext uri="{FF2B5EF4-FFF2-40B4-BE49-F238E27FC236}">
                  <a16:creationId xmlns:a16="http://schemas.microsoft.com/office/drawing/2014/main" id="{C9857913-059C-AEBD-B616-C79F4E5598F9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57016414-3A97-D8DF-07D5-9A62EF0CA22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5A9FF63-B10C-18C4-EF7B-2699D1223D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D454933-B8E8-F515-0311-5AE36D5BD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CAD20BC-E4C0-F702-8D13-349A826A2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0B4B9-1C65-5749-B930-CF3DF7158F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653DE-B96B-94DC-9755-7D238F9A15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8A997F-966C-CF4A-44D4-22EDFFCF67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248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/ TEXT—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52420-8E77-F7C3-AFD3-DAAB20E5F3E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97159-D75A-4714-515C-6BEC29BBC8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fr-F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7626499-2825-DE68-8B15-B32FA997CC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DD1AE8-BA50-A6AA-3A01-29730AC9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810874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7AE3F9A-AE85-70AF-BBB6-3F336CE4D4B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C1280F8-0E23-2D47-C22F-65FBBDF2F4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A096E88-B7E5-4481-12DB-4FA9AA1000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3D20DAD-E6D2-66F9-FD6E-B309EBF3E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cxnSp>
        <p:nvCxnSpPr>
          <p:cNvPr id="11" name="Connecteur droit 30">
            <a:extLst>
              <a:ext uri="{FF2B5EF4-FFF2-40B4-BE49-F238E27FC236}">
                <a16:creationId xmlns:a16="http://schemas.microsoft.com/office/drawing/2014/main" id="{069BDD81-5D49-03E5-926F-7E2E665C864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35">
            <a:extLst>
              <a:ext uri="{FF2B5EF4-FFF2-40B4-BE49-F238E27FC236}">
                <a16:creationId xmlns:a16="http://schemas.microsoft.com/office/drawing/2014/main" id="{CDEAF2AF-81C1-9068-1EEB-44C62612FB3E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e 1">
            <a:extLst>
              <a:ext uri="{FF2B5EF4-FFF2-40B4-BE49-F238E27FC236}">
                <a16:creationId xmlns:a16="http://schemas.microsoft.com/office/drawing/2014/main" id="{6352956A-4958-C3BB-5C88-58FA90CF8F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20" name="Connecteur droit 4">
              <a:extLst>
                <a:ext uri="{FF2B5EF4-FFF2-40B4-BE49-F238E27FC236}">
                  <a16:creationId xmlns:a16="http://schemas.microsoft.com/office/drawing/2014/main" id="{F9FB5A5F-AFB8-41E6-094A-894A4A64EBD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7">
              <a:extLst>
                <a:ext uri="{FF2B5EF4-FFF2-40B4-BE49-F238E27FC236}">
                  <a16:creationId xmlns:a16="http://schemas.microsoft.com/office/drawing/2014/main" id="{BE85FCFD-FDB6-20AF-43F3-D501DE7A3C80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8E4430CF-B61A-09AA-5FBC-EE38B4403E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8525" y="613900"/>
            <a:ext cx="10810862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E92AC40-D095-E7B6-D928-88ED44A576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1699" y="1279525"/>
            <a:ext cx="10835477" cy="4718050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Aft>
                <a:spcPts val="300"/>
              </a:spcAft>
              <a:defRPr>
                <a:solidFill>
                  <a:schemeClr val="tx1"/>
                </a:solidFill>
                <a:latin typeface="MBLZ text" pitchFamily="2" charset="0"/>
              </a:defRPr>
            </a:lvl1pPr>
            <a:lvl2pPr>
              <a:lnSpc>
                <a:spcPct val="80000"/>
              </a:lnSpc>
              <a:spcAft>
                <a:spcPts val="300"/>
              </a:spcAft>
              <a:defRPr>
                <a:solidFill>
                  <a:schemeClr val="tx1"/>
                </a:solidFill>
                <a:latin typeface="MBLZ text" pitchFamily="2" charset="0"/>
              </a:defRPr>
            </a:lvl2pPr>
            <a:lvl3pPr>
              <a:lnSpc>
                <a:spcPct val="80000"/>
              </a:lnSpc>
              <a:spcAft>
                <a:spcPts val="300"/>
              </a:spcAft>
              <a:defRPr>
                <a:solidFill>
                  <a:schemeClr val="tx1"/>
                </a:solidFill>
                <a:latin typeface="MBLZ text" pitchFamily="2" charset="0"/>
              </a:defRPr>
            </a:lvl3pPr>
            <a:lvl4pPr>
              <a:lnSpc>
                <a:spcPct val="80000"/>
              </a:lnSpc>
              <a:spcAft>
                <a:spcPts val="300"/>
              </a:spcAft>
              <a:defRPr>
                <a:solidFill>
                  <a:schemeClr val="tx1"/>
                </a:solidFill>
                <a:latin typeface="MBLZ text" pitchFamily="2" charset="0"/>
              </a:defRPr>
            </a:lvl4pPr>
            <a:lvl5pPr>
              <a:lnSpc>
                <a:spcPct val="80000"/>
              </a:lnSpc>
              <a:spcAft>
                <a:spcPts val="300"/>
              </a:spcAft>
              <a:defRPr>
                <a:solidFill>
                  <a:schemeClr val="tx1"/>
                </a:solidFill>
                <a:latin typeface="MBLZ tex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556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/ IMAGE —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0D236E2-97C3-0BF1-E8D3-3FB8EBE32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1700" y="1279525"/>
            <a:ext cx="4516435" cy="47148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EE76F8-9201-B34F-DA9F-84F66F190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400" y="427038"/>
            <a:ext cx="5875338" cy="556736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1EB806-2580-8571-22FB-C912507B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BB8BE993-DE03-DD73-6082-736792E2A0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5" name="Connecteur droit 30">
            <a:extLst>
              <a:ext uri="{FF2B5EF4-FFF2-40B4-BE49-F238E27FC236}">
                <a16:creationId xmlns:a16="http://schemas.microsoft.com/office/drawing/2014/main" id="{ACA7A9FE-47B7-D1AE-EF75-8154F3B8A95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35">
            <a:extLst>
              <a:ext uri="{FF2B5EF4-FFF2-40B4-BE49-F238E27FC236}">
                <a16:creationId xmlns:a16="http://schemas.microsoft.com/office/drawing/2014/main" id="{4FDC868A-BC33-3051-1CA3-85AC5EBF2589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e 1">
            <a:extLst>
              <a:ext uri="{FF2B5EF4-FFF2-40B4-BE49-F238E27FC236}">
                <a16:creationId xmlns:a16="http://schemas.microsoft.com/office/drawing/2014/main" id="{39CCF69C-A339-14F7-2E19-A145EF0B58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4" name="Connecteur droit 4">
              <a:extLst>
                <a:ext uri="{FF2B5EF4-FFF2-40B4-BE49-F238E27FC236}">
                  <a16:creationId xmlns:a16="http://schemas.microsoft.com/office/drawing/2014/main" id="{DBABA34D-A583-4C82-E65C-A440CA4CB83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7">
              <a:extLst>
                <a:ext uri="{FF2B5EF4-FFF2-40B4-BE49-F238E27FC236}">
                  <a16:creationId xmlns:a16="http://schemas.microsoft.com/office/drawing/2014/main" id="{8AF7D8E2-7EA0-656E-8666-ED01A6BF8C6F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DD717745-5E98-FD60-D5CF-6A38C4F4E39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86BB5B0-B7AD-3193-BD9B-0FEBEA1EB1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CCAA274E-3A13-ACA7-58F4-A0871DFE8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8A6B613-E51F-0EC0-6A40-56D935C8AE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785C6-3877-77D7-0A79-4D13AC36C9B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E2DB7-573D-F3F7-029B-44594D3CF9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C45D213-B544-3A3E-C60F-4349F31A35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696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/ IMAGE —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0D236E2-97C3-0BF1-E8D3-3FB8EBE32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1701" y="1279525"/>
            <a:ext cx="2256868" cy="47148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EE76F8-9201-B34F-DA9F-84F66F190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1006" y="427038"/>
            <a:ext cx="8131732" cy="556736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0E722F-8372-93AC-375B-0E4300E3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D2D556-B155-1C8D-12DF-65FF7BA335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3" name="Connecteur droit 30">
            <a:extLst>
              <a:ext uri="{FF2B5EF4-FFF2-40B4-BE49-F238E27FC236}">
                <a16:creationId xmlns:a16="http://schemas.microsoft.com/office/drawing/2014/main" id="{78FABF11-BDAB-E077-D94F-86D28168363E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35">
            <a:extLst>
              <a:ext uri="{FF2B5EF4-FFF2-40B4-BE49-F238E27FC236}">
                <a16:creationId xmlns:a16="http://schemas.microsoft.com/office/drawing/2014/main" id="{1E1EF9C4-1DA5-5D5A-61CE-1F66BF156323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e 1">
            <a:extLst>
              <a:ext uri="{FF2B5EF4-FFF2-40B4-BE49-F238E27FC236}">
                <a16:creationId xmlns:a16="http://schemas.microsoft.com/office/drawing/2014/main" id="{A538824C-251E-2ADA-FD4E-76C5731278A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4" name="Connecteur droit 4">
              <a:extLst>
                <a:ext uri="{FF2B5EF4-FFF2-40B4-BE49-F238E27FC236}">
                  <a16:creationId xmlns:a16="http://schemas.microsoft.com/office/drawing/2014/main" id="{F3833B0F-CED0-FE61-EED9-3AE10263E6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7">
              <a:extLst>
                <a:ext uri="{FF2B5EF4-FFF2-40B4-BE49-F238E27FC236}">
                  <a16:creationId xmlns:a16="http://schemas.microsoft.com/office/drawing/2014/main" id="{9F671D87-F631-1835-0A14-95CD046367E8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25BBC4D3-232A-BECE-7EC9-64DA11785F8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13EAABC-9AFE-35B6-C632-EE9138159A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0CA5797-4543-F9AB-6FD9-FAA378C70A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D07B571-8E4D-08AF-11F4-5738DCE73E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CFAACD-87D3-7BB4-3A2B-BDC2661B515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FB5078-EE0E-126F-B936-0E836AFBC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5A0DA0-AC09-833F-0985-C660F978F19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423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/ IMAGE —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0D236E2-97C3-0BF1-E8D3-3FB8EBE32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5432" y="1846949"/>
            <a:ext cx="2256868" cy="2199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EE76F8-9201-B34F-DA9F-84F66F190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73975" y="427038"/>
            <a:ext cx="4060826" cy="556736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1BFBEACB-B613-54D7-55E2-D7F0B668D6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9157" y="1846949"/>
            <a:ext cx="3183968" cy="1723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80975" indent="-180975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Char char="§"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61C78B4-E7B5-4D97-2A48-4393EC0EF04F}"/>
              </a:ext>
            </a:extLst>
          </p:cNvPr>
          <p:cNvCxnSpPr>
            <a:cxnSpLocks/>
          </p:cNvCxnSpPr>
          <p:nvPr userDrawn="1"/>
        </p:nvCxnSpPr>
        <p:spPr>
          <a:xfrm>
            <a:off x="905432" y="1701800"/>
            <a:ext cx="6317693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EF417AF9-F9A5-0A20-C30B-95648F8C7A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5432" y="2712711"/>
            <a:ext cx="2256868" cy="2199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6A698B5B-F779-3219-5E65-5683EB105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9157" y="2712711"/>
            <a:ext cx="3183968" cy="1723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80975" indent="-180975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Char char="§"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30899EC-0DF6-D5D6-93F1-20720F7AEC15}"/>
              </a:ext>
            </a:extLst>
          </p:cNvPr>
          <p:cNvCxnSpPr>
            <a:cxnSpLocks/>
          </p:cNvCxnSpPr>
          <p:nvPr userDrawn="1"/>
        </p:nvCxnSpPr>
        <p:spPr>
          <a:xfrm>
            <a:off x="905432" y="2567562"/>
            <a:ext cx="6317693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5F6A9B4E-547E-0A18-735E-C05D65E274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5432" y="3578473"/>
            <a:ext cx="2256868" cy="2199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8E5D616A-7B8B-3AA2-39F0-071EC29989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39157" y="3578473"/>
            <a:ext cx="3183968" cy="1723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80975" indent="-180975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Char char="§"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46EE377-4467-74E6-0DA1-AFC29CF2E831}"/>
              </a:ext>
            </a:extLst>
          </p:cNvPr>
          <p:cNvCxnSpPr>
            <a:cxnSpLocks/>
          </p:cNvCxnSpPr>
          <p:nvPr userDrawn="1"/>
        </p:nvCxnSpPr>
        <p:spPr>
          <a:xfrm>
            <a:off x="905432" y="3433324"/>
            <a:ext cx="6317693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8899AA4D-D6AF-AF21-D574-8F93C930A9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05432" y="4424779"/>
            <a:ext cx="2256868" cy="2199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67DBC04B-6E8B-100A-34CA-EE3D71FB7B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9157" y="4424779"/>
            <a:ext cx="3183968" cy="1723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80975" indent="-180975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Char char="§"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097FA402-F43B-E42E-2DB2-B725A44177E0}"/>
              </a:ext>
            </a:extLst>
          </p:cNvPr>
          <p:cNvCxnSpPr>
            <a:cxnSpLocks/>
          </p:cNvCxnSpPr>
          <p:nvPr userDrawn="1"/>
        </p:nvCxnSpPr>
        <p:spPr>
          <a:xfrm>
            <a:off x="905432" y="4279630"/>
            <a:ext cx="6317693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55E09A7-88BD-8E44-9AD1-814639AA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6378572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1D0618B-20D7-ED1F-025A-A8981F1EDC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4" y="613900"/>
            <a:ext cx="63785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6" name="Connecteur droit 30">
            <a:extLst>
              <a:ext uri="{FF2B5EF4-FFF2-40B4-BE49-F238E27FC236}">
                <a16:creationId xmlns:a16="http://schemas.microsoft.com/office/drawing/2014/main" id="{9381EC69-DACF-A565-F015-750A550EA59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35">
            <a:extLst>
              <a:ext uri="{FF2B5EF4-FFF2-40B4-BE49-F238E27FC236}">
                <a16:creationId xmlns:a16="http://schemas.microsoft.com/office/drawing/2014/main" id="{F1B69577-3743-8708-97D2-758BD1C7C93E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e 1">
            <a:extLst>
              <a:ext uri="{FF2B5EF4-FFF2-40B4-BE49-F238E27FC236}">
                <a16:creationId xmlns:a16="http://schemas.microsoft.com/office/drawing/2014/main" id="{0693B15A-CD9E-07BC-AEEE-A4882ACE457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25" name="Connecteur droit 4">
              <a:extLst>
                <a:ext uri="{FF2B5EF4-FFF2-40B4-BE49-F238E27FC236}">
                  <a16:creationId xmlns:a16="http://schemas.microsoft.com/office/drawing/2014/main" id="{24E054CE-631C-4871-14A2-C7A554C24B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7">
              <a:extLst>
                <a:ext uri="{FF2B5EF4-FFF2-40B4-BE49-F238E27FC236}">
                  <a16:creationId xmlns:a16="http://schemas.microsoft.com/office/drawing/2014/main" id="{9AD1FFF4-815C-0CA2-C4DD-ECF595F6AC6F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4">
            <a:extLst>
              <a:ext uri="{FF2B5EF4-FFF2-40B4-BE49-F238E27FC236}">
                <a16:creationId xmlns:a16="http://schemas.microsoft.com/office/drawing/2014/main" id="{B5A2CB6F-F7AB-40A9-F522-12A1E5BE6A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B108429A-CC11-470D-063B-5C2849EA0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4E6B2009-5F6D-E2D0-7245-8163F3A96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959A00C5-4019-9F12-F853-19CB5EA4E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AE67F3F-FB0A-A12F-F351-2317BA62201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8CA809-81E4-58CD-FA0C-9FB4163CACC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3B0B047-FD3A-3883-94DF-EF53325A022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0236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/ IMAGE—4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0D236E2-97C3-0BF1-E8D3-3FB8EBE32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1700" y="1279525"/>
            <a:ext cx="4516435" cy="47148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EE76F8-9201-B34F-DA9F-84F66F190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72500" y="0"/>
            <a:ext cx="3162298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5CEE3C41-A47C-2F7E-9F12-2C8D650F5A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8138" y="0"/>
            <a:ext cx="3154360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3E9CCEE-809C-24F5-7080-B1549B9E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FFA28D-C5C6-494E-5BF7-13CA00C19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3" name="Connecteur droit 30">
            <a:extLst>
              <a:ext uri="{FF2B5EF4-FFF2-40B4-BE49-F238E27FC236}">
                <a16:creationId xmlns:a16="http://schemas.microsoft.com/office/drawing/2014/main" id="{34484FA4-9AF7-A1B4-0B8D-AD17A01963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35">
            <a:extLst>
              <a:ext uri="{FF2B5EF4-FFF2-40B4-BE49-F238E27FC236}">
                <a16:creationId xmlns:a16="http://schemas.microsoft.com/office/drawing/2014/main" id="{DA3CFCCB-FB73-ACD1-A4D9-A7D020E951F4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e 1">
            <a:extLst>
              <a:ext uri="{FF2B5EF4-FFF2-40B4-BE49-F238E27FC236}">
                <a16:creationId xmlns:a16="http://schemas.microsoft.com/office/drawing/2014/main" id="{5CD551D0-1680-4C1D-0FF2-086E69FCF2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6" name="Connecteur droit 4">
              <a:extLst>
                <a:ext uri="{FF2B5EF4-FFF2-40B4-BE49-F238E27FC236}">
                  <a16:creationId xmlns:a16="http://schemas.microsoft.com/office/drawing/2014/main" id="{7D6A9D1D-2613-90CB-8BC3-E89B843240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7">
              <a:extLst>
                <a:ext uri="{FF2B5EF4-FFF2-40B4-BE49-F238E27FC236}">
                  <a16:creationId xmlns:a16="http://schemas.microsoft.com/office/drawing/2014/main" id="{ADCF5A05-9A0C-8961-0E86-B88FE328D75C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4">
            <a:extLst>
              <a:ext uri="{FF2B5EF4-FFF2-40B4-BE49-F238E27FC236}">
                <a16:creationId xmlns:a16="http://schemas.microsoft.com/office/drawing/2014/main" id="{1987CEC9-88F8-9AF5-95E0-AADCE874D2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C4FD7B6B-B12F-F254-579B-741C29A369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90A675B-C0ED-3C2C-803F-83A8DD1C6A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A7BF0747-B7C2-7B6D-391B-9033D6E9A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31F095-E8B8-B234-0A99-57E50715369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0EAAF4-857A-4AD3-0FED-F489D5526B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B9A381-28A1-21ED-0014-2FBE66C98E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440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EE76F8-9201-B34F-DA9F-84F66F190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9263" y="-1"/>
            <a:ext cx="11742737" cy="642619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CAA2C1-96EE-9BF9-C915-C27CF55FB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FB5D16-11B5-E1F7-CFF7-DD2F5ABC6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3" name="Connecteur droit 30">
            <a:extLst>
              <a:ext uri="{FF2B5EF4-FFF2-40B4-BE49-F238E27FC236}">
                <a16:creationId xmlns:a16="http://schemas.microsoft.com/office/drawing/2014/main" id="{196673FB-E076-494D-C5F9-3FD878E2311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35">
            <a:extLst>
              <a:ext uri="{FF2B5EF4-FFF2-40B4-BE49-F238E27FC236}">
                <a16:creationId xmlns:a16="http://schemas.microsoft.com/office/drawing/2014/main" id="{493D3DEB-A25C-7DDE-01E7-06E452344CF0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">
            <a:extLst>
              <a:ext uri="{FF2B5EF4-FFF2-40B4-BE49-F238E27FC236}">
                <a16:creationId xmlns:a16="http://schemas.microsoft.com/office/drawing/2014/main" id="{07C76332-E4AF-8EF9-E08B-48BD443264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3" name="Connecteur droit 4">
              <a:extLst>
                <a:ext uri="{FF2B5EF4-FFF2-40B4-BE49-F238E27FC236}">
                  <a16:creationId xmlns:a16="http://schemas.microsoft.com/office/drawing/2014/main" id="{99E56A00-F028-2ACE-3A15-17DE99BEDC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7">
              <a:extLst>
                <a:ext uri="{FF2B5EF4-FFF2-40B4-BE49-F238E27FC236}">
                  <a16:creationId xmlns:a16="http://schemas.microsoft.com/office/drawing/2014/main" id="{C635D953-35F6-4673-95EA-E051CEEF575F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7FFEF1BD-FC3E-B41A-3D39-EB400AE254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4D3C40E-BEB5-4873-BA77-15ADA065D2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A411DE9A-C42E-736A-CBDE-CCF769757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CC9F88A-D78F-BA75-0440-84648C9967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FEDF0-D712-2F3B-2669-D18B390DFCA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AFB61-C433-C6A0-66A0-243E741D91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6C72C-543E-6BF2-48A0-4B32B99D21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705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// IMAGE—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EE76F8-9201-B34F-DA9F-84F66F190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11675" y="427038"/>
            <a:ext cx="7231063" cy="556736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6410EC22-CA4B-6664-49C2-0AF1BF631A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9368" y="1678414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8" name="Espace réservé du texte 8">
            <a:extLst>
              <a:ext uri="{FF2B5EF4-FFF2-40B4-BE49-F238E27FC236}">
                <a16:creationId xmlns:a16="http://schemas.microsoft.com/office/drawing/2014/main" id="{D892F320-A7B7-CAEE-083F-45156E123A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59368" y="1924635"/>
            <a:ext cx="2256868" cy="1723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86DF846-B5C9-CD54-2CF9-3AA3F99A5B3C}"/>
              </a:ext>
            </a:extLst>
          </p:cNvPr>
          <p:cNvCxnSpPr>
            <a:cxnSpLocks/>
            <a:endCxn id="14" idx="0"/>
          </p:cNvCxnSpPr>
          <p:nvPr userDrawn="1"/>
        </p:nvCxnSpPr>
        <p:spPr>
          <a:xfrm flipH="1">
            <a:off x="901700" y="1820351"/>
            <a:ext cx="1833" cy="2780736"/>
          </a:xfrm>
          <a:prstGeom prst="line">
            <a:avLst/>
          </a:prstGeom>
          <a:ln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FBD19-6D50-6260-AD6B-DB2ADE4626BD}"/>
              </a:ext>
            </a:extLst>
          </p:cNvPr>
          <p:cNvSpPr/>
          <p:nvPr userDrawn="1"/>
        </p:nvSpPr>
        <p:spPr>
          <a:xfrm>
            <a:off x="847700" y="1712351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537472-7CAD-EC26-7FF6-E0EEA25271C9}"/>
              </a:ext>
            </a:extLst>
          </p:cNvPr>
          <p:cNvSpPr/>
          <p:nvPr userDrawn="1"/>
        </p:nvSpPr>
        <p:spPr>
          <a:xfrm>
            <a:off x="847700" y="3156719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498ED2-9C7C-58BE-90F4-CBBA8F4005B0}"/>
              </a:ext>
            </a:extLst>
          </p:cNvPr>
          <p:cNvSpPr/>
          <p:nvPr userDrawn="1"/>
        </p:nvSpPr>
        <p:spPr>
          <a:xfrm>
            <a:off x="847700" y="4601087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F4575029-FECC-F99A-59B2-85B691398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9368" y="3161757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FF8C974-F64C-1BD2-39FC-09F0EBAA59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9368" y="3407978"/>
            <a:ext cx="2256868" cy="1723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E0BDBCDC-77F3-5480-B280-780C6426AC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59368" y="4585634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E8423E7-7046-09AF-7981-73B2B00E02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59368" y="4831855"/>
            <a:ext cx="2256868" cy="1723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948431-94A3-584B-6171-93ED9502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AB0229-8E2A-2675-AEBD-D9B31E44B6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6" name="Connecteur droit 30">
            <a:extLst>
              <a:ext uri="{FF2B5EF4-FFF2-40B4-BE49-F238E27FC236}">
                <a16:creationId xmlns:a16="http://schemas.microsoft.com/office/drawing/2014/main" id="{68E83ACD-2451-5FA9-C7BA-0D6EFBCD9082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35">
            <a:extLst>
              <a:ext uri="{FF2B5EF4-FFF2-40B4-BE49-F238E27FC236}">
                <a16:creationId xmlns:a16="http://schemas.microsoft.com/office/drawing/2014/main" id="{D7D8CC08-C8D8-F76D-2098-1EAE44BCAAC7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1">
            <a:extLst>
              <a:ext uri="{FF2B5EF4-FFF2-40B4-BE49-F238E27FC236}">
                <a16:creationId xmlns:a16="http://schemas.microsoft.com/office/drawing/2014/main" id="{F15F96CD-2D81-A96E-E53F-7036C06DDA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21" name="Connecteur droit 4">
              <a:extLst>
                <a:ext uri="{FF2B5EF4-FFF2-40B4-BE49-F238E27FC236}">
                  <a16:creationId xmlns:a16="http://schemas.microsoft.com/office/drawing/2014/main" id="{2DBB34CE-7477-00A1-9384-D1551070DA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7">
              <a:extLst>
                <a:ext uri="{FF2B5EF4-FFF2-40B4-BE49-F238E27FC236}">
                  <a16:creationId xmlns:a16="http://schemas.microsoft.com/office/drawing/2014/main" id="{200EDAFC-FA3B-F7A0-421B-FCDDC2C4ECEE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4">
            <a:extLst>
              <a:ext uri="{FF2B5EF4-FFF2-40B4-BE49-F238E27FC236}">
                <a16:creationId xmlns:a16="http://schemas.microsoft.com/office/drawing/2014/main" id="{72120FEB-CB46-7FE7-9311-C0382EE2843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ABA6E7E3-46F3-8F1C-10B9-BAE9A2A21E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18A8B72-C9C9-AD49-D8EF-5C2607E156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42517CF9-9183-5113-E5A0-F43EA9C82F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F8DDF04-CBE4-CAE9-069D-E59ED667B0C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1F9501A-8091-4399-F611-C80B080FFCD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CAD0160-EEF4-9828-E708-F8035A476F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025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// IMAGE—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EE76F8-9201-B34F-DA9F-84F66F190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477" y="2568575"/>
            <a:ext cx="3162347" cy="21399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6410EC22-CA4B-6664-49C2-0AF1BF631A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1216" y="1667664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8" name="Espace réservé du texte 8">
            <a:extLst>
              <a:ext uri="{FF2B5EF4-FFF2-40B4-BE49-F238E27FC236}">
                <a16:creationId xmlns:a16="http://schemas.microsoft.com/office/drawing/2014/main" id="{D892F320-A7B7-CAEE-083F-45156E123A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51216" y="1913885"/>
            <a:ext cx="2256868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86DF846-B5C9-CD54-2CF9-3AA3F99A5B3C}"/>
              </a:ext>
            </a:extLst>
          </p:cNvPr>
          <p:cNvCxnSpPr>
            <a:cxnSpLocks/>
          </p:cNvCxnSpPr>
          <p:nvPr userDrawn="1"/>
        </p:nvCxnSpPr>
        <p:spPr>
          <a:xfrm flipH="1">
            <a:off x="2489176" y="1270225"/>
            <a:ext cx="7553274" cy="10930"/>
          </a:xfrm>
          <a:prstGeom prst="line">
            <a:avLst/>
          </a:prstGeom>
          <a:ln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FBD19-6D50-6260-AD6B-DB2ADE4626BD}"/>
              </a:ext>
            </a:extLst>
          </p:cNvPr>
          <p:cNvSpPr/>
          <p:nvPr userDrawn="1"/>
        </p:nvSpPr>
        <p:spPr>
          <a:xfrm>
            <a:off x="2425650" y="1221690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537472-7CAD-EC26-7FF6-E0EEA25271C9}"/>
              </a:ext>
            </a:extLst>
          </p:cNvPr>
          <p:cNvSpPr/>
          <p:nvPr userDrawn="1"/>
        </p:nvSpPr>
        <p:spPr>
          <a:xfrm>
            <a:off x="10042450" y="1221690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498ED2-9C7C-58BE-90F4-CBBA8F4005B0}"/>
              </a:ext>
            </a:extLst>
          </p:cNvPr>
          <p:cNvSpPr/>
          <p:nvPr userDrawn="1"/>
        </p:nvSpPr>
        <p:spPr>
          <a:xfrm>
            <a:off x="6262663" y="1221690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F4575029-FECC-F99A-59B2-85B691398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6616" y="1673975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FF8C974-F64C-1BD2-39FC-09F0EBAA59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6616" y="1920196"/>
            <a:ext cx="2256868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E0BDBCDC-77F3-5480-B280-780C6426AC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22016" y="1686490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E8423E7-7046-09AF-7981-73B2B00E02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22016" y="1932711"/>
            <a:ext cx="2256868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9" name="Espace réservé pour une image  3">
            <a:extLst>
              <a:ext uri="{FF2B5EF4-FFF2-40B4-BE49-F238E27FC236}">
                <a16:creationId xmlns:a16="http://schemas.microsoft.com/office/drawing/2014/main" id="{0DC4CF51-25BE-45CB-C2BE-1D6C1E0485D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33877" y="2568575"/>
            <a:ext cx="3162347" cy="21399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pour une image  3">
            <a:extLst>
              <a:ext uri="{FF2B5EF4-FFF2-40B4-BE49-F238E27FC236}">
                <a16:creationId xmlns:a16="http://schemas.microsoft.com/office/drawing/2014/main" id="{C4857351-E20D-9DB8-AE89-3D0FB2E2BA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69277" y="2568575"/>
            <a:ext cx="3162347" cy="21399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0" name="Espace réservé du texte 8">
            <a:extLst>
              <a:ext uri="{FF2B5EF4-FFF2-40B4-BE49-F238E27FC236}">
                <a16:creationId xmlns:a16="http://schemas.microsoft.com/office/drawing/2014/main" id="{551F662C-8377-F3BE-0FA7-E2FC3B26C2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1216" y="5135563"/>
            <a:ext cx="2256868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0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5DC1A2B5-1A14-5827-6889-8C4677BAEE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86616" y="5135563"/>
            <a:ext cx="2256868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0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0BB6D122-989F-79E4-BA0F-E184C4973BE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22016" y="5135563"/>
            <a:ext cx="2256868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0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806F0C-B9A5-0050-34F6-A9671137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D1E740E-CAE1-07DC-71B4-D832180EEA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23" name="Connecteur droit 30">
            <a:extLst>
              <a:ext uri="{FF2B5EF4-FFF2-40B4-BE49-F238E27FC236}">
                <a16:creationId xmlns:a16="http://schemas.microsoft.com/office/drawing/2014/main" id="{64D444E9-46DC-2966-E75E-E4A33C9D08A4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35">
            <a:extLst>
              <a:ext uri="{FF2B5EF4-FFF2-40B4-BE49-F238E27FC236}">
                <a16:creationId xmlns:a16="http://schemas.microsoft.com/office/drawing/2014/main" id="{D5008F60-3862-F696-17D9-6FE9DB80E4A0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1">
            <a:extLst>
              <a:ext uri="{FF2B5EF4-FFF2-40B4-BE49-F238E27FC236}">
                <a16:creationId xmlns:a16="http://schemas.microsoft.com/office/drawing/2014/main" id="{A2AC2135-B4D2-DA7C-72ED-2F539A67D8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26" name="Connecteur droit 4">
              <a:extLst>
                <a:ext uri="{FF2B5EF4-FFF2-40B4-BE49-F238E27FC236}">
                  <a16:creationId xmlns:a16="http://schemas.microsoft.com/office/drawing/2014/main" id="{C77DB39C-EC53-72D4-2F49-7B135E2B53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7">
              <a:extLst>
                <a:ext uri="{FF2B5EF4-FFF2-40B4-BE49-F238E27FC236}">
                  <a16:creationId xmlns:a16="http://schemas.microsoft.com/office/drawing/2014/main" id="{6CF1ECC2-C184-ADFA-46C2-A6F8FB87E11C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">
            <a:extLst>
              <a:ext uri="{FF2B5EF4-FFF2-40B4-BE49-F238E27FC236}">
                <a16:creationId xmlns:a16="http://schemas.microsoft.com/office/drawing/2014/main" id="{C1C1F9D8-3D84-6B86-FE6F-B0499BA01C0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63F8C002-9A1A-37B7-9CE4-5E9942AA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FD79D632-5D23-17A9-CEEF-1CFFDD531F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3CF93403-056F-9CE9-47DB-7D9B43F5D3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F9C34-710C-5834-9C76-B084C59809F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63D3B23-9591-0629-AFC8-84A0F7B9385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5E0B9DA-9430-9AC3-B488-E2A6E1588BA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148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// IMAGE—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0">
            <a:extLst>
              <a:ext uri="{FF2B5EF4-FFF2-40B4-BE49-F238E27FC236}">
                <a16:creationId xmlns:a16="http://schemas.microsoft.com/office/drawing/2014/main" id="{AA9C1D4A-3814-8A1B-1329-6BDE642A0425}"/>
              </a:ext>
            </a:extLst>
          </p:cNvPr>
          <p:cNvCxnSpPr>
            <a:cxnSpLocks/>
            <a:stCxn id="14" idx="1"/>
          </p:cNvCxnSpPr>
          <p:nvPr userDrawn="1"/>
        </p:nvCxnSpPr>
        <p:spPr>
          <a:xfrm flipH="1">
            <a:off x="2540026" y="4245441"/>
            <a:ext cx="7484732" cy="5465"/>
          </a:xfrm>
          <a:prstGeom prst="line">
            <a:avLst/>
          </a:prstGeom>
          <a:ln>
            <a:solidFill>
              <a:srgbClr val="BEBEBE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30135-E6EA-8F9F-E6DC-A14E12A735B9}"/>
              </a:ext>
            </a:extLst>
          </p:cNvPr>
          <p:cNvSpPr/>
          <p:nvPr userDrawn="1"/>
        </p:nvSpPr>
        <p:spPr>
          <a:xfrm>
            <a:off x="2491902" y="4191441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C31525-9125-F5C8-5EF7-A6A9A61A8D72}"/>
              </a:ext>
            </a:extLst>
          </p:cNvPr>
          <p:cNvSpPr/>
          <p:nvPr userDrawn="1"/>
        </p:nvSpPr>
        <p:spPr>
          <a:xfrm>
            <a:off x="10024758" y="4191441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4D0AFF-71EB-3981-6335-8F287B824042}"/>
              </a:ext>
            </a:extLst>
          </p:cNvPr>
          <p:cNvSpPr/>
          <p:nvPr userDrawn="1"/>
        </p:nvSpPr>
        <p:spPr>
          <a:xfrm>
            <a:off x="6231806" y="4191441"/>
            <a:ext cx="108000" cy="108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6" name="Espace réservé du texte 3">
            <a:extLst>
              <a:ext uri="{FF2B5EF4-FFF2-40B4-BE49-F238E27FC236}">
                <a16:creationId xmlns:a16="http://schemas.microsoft.com/office/drawing/2014/main" id="{2D650B7D-3411-F68D-5543-3B517224B87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68479" y="1279525"/>
            <a:ext cx="3312000" cy="360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0CC91962-04DB-659F-37C6-1F58AEA4F228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4629766" y="1279525"/>
            <a:ext cx="3312000" cy="360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35AE991C-DCB9-1298-9803-DC23CA6DBD69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373854" y="1279525"/>
            <a:ext cx="3312000" cy="360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686C0815-EA17-33AA-8F40-1DB4F48842E0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8373854" y="4640594"/>
            <a:ext cx="3329538" cy="360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3" name="Espace réservé du texte 3">
            <a:extLst>
              <a:ext uri="{FF2B5EF4-FFF2-40B4-BE49-F238E27FC236}">
                <a16:creationId xmlns:a16="http://schemas.microsoft.com/office/drawing/2014/main" id="{99B5164B-08AB-9ADE-0FF4-D0039623A59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4631950" y="4640594"/>
            <a:ext cx="3329538" cy="360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38671941-B42C-8AB5-9150-C6F86FDE24D3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868004" y="4640594"/>
            <a:ext cx="3312000" cy="360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67E761B-9CD2-D327-1C05-56ECD8FEF0F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68004" y="5000595"/>
            <a:ext cx="3312000" cy="1382607"/>
          </a:xfrm>
          <a:prstGeom prst="rect">
            <a:avLst/>
          </a:prstGeom>
        </p:spPr>
        <p:txBody>
          <a:bodyPr lIns="0"/>
          <a:lstStyle>
            <a:lvl1pPr marL="182563" indent="-182563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r>
              <a:rPr lang="en-GB"/>
              <a:t>Text level 2</a:t>
            </a:r>
            <a:endParaRPr lang="fr-FR"/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510A3B8D-625B-2FFD-C995-44669DB62F6B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49488" y="5000595"/>
            <a:ext cx="3312000" cy="1382607"/>
          </a:xfrm>
          <a:prstGeom prst="rect">
            <a:avLst/>
          </a:prstGeom>
        </p:spPr>
        <p:txBody>
          <a:bodyPr lIns="0"/>
          <a:lstStyle>
            <a:lvl1pPr marL="182563" indent="-182563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r>
              <a:rPr lang="en-GB"/>
              <a:t>Text level 2</a:t>
            </a:r>
            <a:endParaRPr lang="fr-FR"/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D260E85D-A6A1-8DD9-94C1-3AD823F3879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391392" y="5000595"/>
            <a:ext cx="3312000" cy="1382607"/>
          </a:xfrm>
          <a:prstGeom prst="rect">
            <a:avLst/>
          </a:prstGeom>
        </p:spPr>
        <p:txBody>
          <a:bodyPr lIns="0"/>
          <a:lstStyle>
            <a:lvl1pPr marL="182563" indent="-182563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r>
              <a:rPr lang="en-GB"/>
              <a:t>Text level 2</a:t>
            </a:r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DFD5B44C-568C-6959-8AD3-35D52B8E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9A13BBE8-7C77-C74A-C8CE-C1AD879B21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726094-C62E-619F-28C5-7827390E661D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868479" y="1639888"/>
            <a:ext cx="3311525" cy="2210400"/>
          </a:xfrm>
          <a:prstGeom prst="rect">
            <a:avLst/>
          </a:prstGeom>
        </p:spPr>
        <p:txBody>
          <a:bodyPr/>
          <a:lstStyle>
            <a:lvl1pPr marL="177800" indent="-177800">
              <a:defRPr sz="1400">
                <a:latin typeface="MBLZ text" pitchFamily="2" charset="0"/>
              </a:defRPr>
            </a:lvl1pPr>
          </a:lstStyle>
          <a:p>
            <a:endParaRPr lang="fr-FR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86D8DF-D04B-0B74-B5C0-E0331FE50066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630241" y="1639888"/>
            <a:ext cx="3311525" cy="2210400"/>
          </a:xfrm>
          <a:prstGeom prst="rect">
            <a:avLst/>
          </a:prstGeom>
        </p:spPr>
        <p:txBody>
          <a:bodyPr/>
          <a:lstStyle>
            <a:lvl1pPr marL="177800" indent="-177800">
              <a:defRPr sz="1400">
                <a:latin typeface="MBLZ text" pitchFamily="2" charset="0"/>
              </a:defRPr>
            </a:lvl1pPr>
          </a:lstStyle>
          <a:p>
            <a:endParaRPr lang="fr-FR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D714292-AD9A-BC5F-9B7F-21FCB3CB7C5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374329" y="1639888"/>
            <a:ext cx="3311525" cy="2210400"/>
          </a:xfrm>
          <a:prstGeom prst="rect">
            <a:avLst/>
          </a:prstGeom>
        </p:spPr>
        <p:txBody>
          <a:bodyPr/>
          <a:lstStyle>
            <a:lvl1pPr marL="177800" indent="-177800">
              <a:defRPr sz="1400">
                <a:latin typeface="MBLZ text" pitchFamily="2" charset="0"/>
              </a:defRPr>
            </a:lvl1pPr>
          </a:lstStyle>
          <a:p>
            <a:endParaRPr lang="fr-FR"/>
          </a:p>
        </p:txBody>
      </p:sp>
      <p:cxnSp>
        <p:nvCxnSpPr>
          <p:cNvPr id="2" name="Connecteur droit 30">
            <a:extLst>
              <a:ext uri="{FF2B5EF4-FFF2-40B4-BE49-F238E27FC236}">
                <a16:creationId xmlns:a16="http://schemas.microsoft.com/office/drawing/2014/main" id="{AD1361E5-CFB8-E5AA-77A9-A136C7B0FA9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35">
            <a:extLst>
              <a:ext uri="{FF2B5EF4-FFF2-40B4-BE49-F238E27FC236}">
                <a16:creationId xmlns:a16="http://schemas.microsoft.com/office/drawing/2014/main" id="{BA9C8361-ABD4-660E-7F50-8621D301A8B1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e 1">
            <a:extLst>
              <a:ext uri="{FF2B5EF4-FFF2-40B4-BE49-F238E27FC236}">
                <a16:creationId xmlns:a16="http://schemas.microsoft.com/office/drawing/2014/main" id="{7A33C30B-1D9F-C094-64EE-E0630D7B8A9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21" name="Connecteur droit 4">
              <a:extLst>
                <a:ext uri="{FF2B5EF4-FFF2-40B4-BE49-F238E27FC236}">
                  <a16:creationId xmlns:a16="http://schemas.microsoft.com/office/drawing/2014/main" id="{5CE7F021-8443-75ED-EFD3-79817565C7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7">
              <a:extLst>
                <a:ext uri="{FF2B5EF4-FFF2-40B4-BE49-F238E27FC236}">
                  <a16:creationId xmlns:a16="http://schemas.microsoft.com/office/drawing/2014/main" id="{77B9550E-FFCA-CBEB-7A57-069EB23C2260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4">
            <a:extLst>
              <a:ext uri="{FF2B5EF4-FFF2-40B4-BE49-F238E27FC236}">
                <a16:creationId xmlns:a16="http://schemas.microsoft.com/office/drawing/2014/main" id="{E9B15735-C7F3-C226-D36A-B418B25AD6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52732EC-001E-B8A2-5087-37C35AADB6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877FFB5-BABD-595E-727A-62CF706C04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C7581300-2FF4-5770-E0D3-1039EDB4D6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A6242-1295-5F9B-AFBC-2CBE38C2AE1A}"/>
              </a:ext>
            </a:extLst>
          </p:cNvPr>
          <p:cNvSpPr>
            <a:spLocks noGrp="1"/>
          </p:cNvSpPr>
          <p:nvPr>
            <p:ph type="dt" sz="half" idx="8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530FC-57C0-611D-E6EF-F6A9D37DD944}"/>
              </a:ext>
            </a:extLst>
          </p:cNvPr>
          <p:cNvSpPr>
            <a:spLocks noGrp="1"/>
          </p:cNvSpPr>
          <p:nvPr>
            <p:ph type="ftr" sz="quarter" idx="8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D1AE7E-4F58-90F4-9BD9-A12C13F15D5C}"/>
              </a:ext>
            </a:extLst>
          </p:cNvPr>
          <p:cNvSpPr>
            <a:spLocks noGrp="1"/>
          </p:cNvSpPr>
          <p:nvPr>
            <p:ph type="sldNum" sz="quarter" idx="84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3048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// IMAGE—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6410EC22-CA4B-6664-49C2-0AF1BF631A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2066" y="3815509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8" name="Espace réservé du texte 8">
            <a:extLst>
              <a:ext uri="{FF2B5EF4-FFF2-40B4-BE49-F238E27FC236}">
                <a16:creationId xmlns:a16="http://schemas.microsoft.com/office/drawing/2014/main" id="{D892F320-A7B7-CAEE-083F-45156E123A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2066" y="4061730"/>
            <a:ext cx="2256868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F4575029-FECC-F99A-59B2-85B691398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37466" y="3821820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FF8C974-F64C-1BD2-39FC-09F0EBAA59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37466" y="4068041"/>
            <a:ext cx="2256868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E0BDBCDC-77F3-5480-B280-780C6426AC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72866" y="3834335"/>
            <a:ext cx="2256868" cy="218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E8423E7-7046-09AF-7981-73B2B00E02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72866" y="4080556"/>
            <a:ext cx="2256868" cy="1938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Wingdings" panose="05000000000000000000" pitchFamily="2" charset="2"/>
              <a:buNone/>
              <a:defRPr sz="1400" cap="none" baseline="0">
                <a:solidFill>
                  <a:schemeClr val="tx1"/>
                </a:solidFill>
                <a:latin typeface="MBLZ text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81F93F1A-C975-6545-9C4E-DBD21A672D9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990500" y="2262535"/>
            <a:ext cx="1080000" cy="1080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9" name="Espace réservé pour une image  13">
            <a:extLst>
              <a:ext uri="{FF2B5EF4-FFF2-40B4-BE49-F238E27FC236}">
                <a16:creationId xmlns:a16="http://schemas.microsoft.com/office/drawing/2014/main" id="{ACB68A47-3BB3-D18B-9019-BCBB510738F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25900" y="2262535"/>
            <a:ext cx="1080000" cy="1080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0" name="Espace réservé pour une image  13">
            <a:extLst>
              <a:ext uri="{FF2B5EF4-FFF2-40B4-BE49-F238E27FC236}">
                <a16:creationId xmlns:a16="http://schemas.microsoft.com/office/drawing/2014/main" id="{46DBD6C6-357A-BA74-BE97-D538270F30E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61300" y="2262535"/>
            <a:ext cx="1080000" cy="1080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63E541-AAB9-829D-7568-CABB56E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7245DA2-FFAD-D63E-72F6-705DC8538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4" name="Connecteur droit 30">
            <a:extLst>
              <a:ext uri="{FF2B5EF4-FFF2-40B4-BE49-F238E27FC236}">
                <a16:creationId xmlns:a16="http://schemas.microsoft.com/office/drawing/2014/main" id="{891E4070-1B8E-D7AB-D989-C08FD39DEED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35">
            <a:extLst>
              <a:ext uri="{FF2B5EF4-FFF2-40B4-BE49-F238E27FC236}">
                <a16:creationId xmlns:a16="http://schemas.microsoft.com/office/drawing/2014/main" id="{DBFBB87C-9E4C-C00D-DA3B-1B41B1F67A99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e 1">
            <a:extLst>
              <a:ext uri="{FF2B5EF4-FFF2-40B4-BE49-F238E27FC236}">
                <a16:creationId xmlns:a16="http://schemas.microsoft.com/office/drawing/2014/main" id="{F5347C59-DA6B-94E0-BA5E-BCE47698EEC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21" name="Connecteur droit 4">
              <a:extLst>
                <a:ext uri="{FF2B5EF4-FFF2-40B4-BE49-F238E27FC236}">
                  <a16:creationId xmlns:a16="http://schemas.microsoft.com/office/drawing/2014/main" id="{EADE7AE4-41C0-671A-E79B-397C0C7049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7">
              <a:extLst>
                <a:ext uri="{FF2B5EF4-FFF2-40B4-BE49-F238E27FC236}">
                  <a16:creationId xmlns:a16="http://schemas.microsoft.com/office/drawing/2014/main" id="{4D45C310-AE24-62E4-EB47-C15B2EE63F72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4">
            <a:extLst>
              <a:ext uri="{FF2B5EF4-FFF2-40B4-BE49-F238E27FC236}">
                <a16:creationId xmlns:a16="http://schemas.microsoft.com/office/drawing/2014/main" id="{22F03E9C-D3F4-E21B-1DD9-723885D3B4A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1A048DB9-6E3E-0133-4D1C-1C55A3BE0C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9BF9253-2982-F22E-E54B-9234C1FEDD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161C04A9-27A3-E86B-B790-61FB507ADF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5B812-F7FC-348B-1639-DE32A7EEE4E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4B08B0-397A-2ACA-5470-E9055CC46EA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452164-B2A4-F7CB-705A-2BE68B05B49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33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/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50606992-F729-62B5-27A7-88F44B934A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1700" y="1279525"/>
            <a:ext cx="4516435" cy="47148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A16EE2-A494-ADEC-5534-F43F0339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3C628C-FFEB-4FA7-8AC3-E7759FFF58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6" name="Connecteur droit 30">
            <a:extLst>
              <a:ext uri="{FF2B5EF4-FFF2-40B4-BE49-F238E27FC236}">
                <a16:creationId xmlns:a16="http://schemas.microsoft.com/office/drawing/2014/main" id="{F29BA612-226B-BF37-08DE-E951A1DBD00E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35">
            <a:extLst>
              <a:ext uri="{FF2B5EF4-FFF2-40B4-BE49-F238E27FC236}">
                <a16:creationId xmlns:a16="http://schemas.microsoft.com/office/drawing/2014/main" id="{2828A9D2-E5AE-1864-A63E-66CF65D4F783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">
            <a:extLst>
              <a:ext uri="{FF2B5EF4-FFF2-40B4-BE49-F238E27FC236}">
                <a16:creationId xmlns:a16="http://schemas.microsoft.com/office/drawing/2014/main" id="{B9A5251F-FE8A-D714-7E42-4FA8F9E254E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6" name="Connecteur droit 4">
              <a:extLst>
                <a:ext uri="{FF2B5EF4-FFF2-40B4-BE49-F238E27FC236}">
                  <a16:creationId xmlns:a16="http://schemas.microsoft.com/office/drawing/2014/main" id="{32C7329E-C9EB-769C-8B13-95A29372848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7">
              <a:extLst>
                <a:ext uri="{FF2B5EF4-FFF2-40B4-BE49-F238E27FC236}">
                  <a16:creationId xmlns:a16="http://schemas.microsoft.com/office/drawing/2014/main" id="{6B4B9E27-95E3-D945-F50B-E4680EC2898D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4">
            <a:extLst>
              <a:ext uri="{FF2B5EF4-FFF2-40B4-BE49-F238E27FC236}">
                <a16:creationId xmlns:a16="http://schemas.microsoft.com/office/drawing/2014/main" id="{530E97B3-028D-4034-F340-410F017E9F2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7D6F4BF-E17A-33A0-825C-BB84A1203D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7673BF80-2CA4-B872-1542-2922BF7A2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66A63B1D-154A-77D0-A92C-8F6BE529E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F9E03-CB51-86F0-0BBA-6F7CF611C90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D6EEB0-EBEE-A285-B5F1-0EB40087AA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63E9D8-311F-D038-A46E-CAE9AE49C63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256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38EBA-1655-88F0-FED0-6975EB95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217FBD-9B00-A1C6-2CD5-2078BE410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4" name="Espace réservé du tableau 3">
            <a:extLst>
              <a:ext uri="{FF2B5EF4-FFF2-40B4-BE49-F238E27FC236}">
                <a16:creationId xmlns:a16="http://schemas.microsoft.com/office/drawing/2014/main" id="{02D6035D-D657-3DFF-DB8A-A4DEBC2B3BC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901700" y="1279525"/>
            <a:ext cx="10833100" cy="47148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cxnSp>
        <p:nvCxnSpPr>
          <p:cNvPr id="3" name="Connecteur droit 30">
            <a:extLst>
              <a:ext uri="{FF2B5EF4-FFF2-40B4-BE49-F238E27FC236}">
                <a16:creationId xmlns:a16="http://schemas.microsoft.com/office/drawing/2014/main" id="{C215F5D2-0F23-C805-37A2-4B272B7B3094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35">
            <a:extLst>
              <a:ext uri="{FF2B5EF4-FFF2-40B4-BE49-F238E27FC236}">
                <a16:creationId xmlns:a16="http://schemas.microsoft.com/office/drawing/2014/main" id="{DD0FA591-EFBA-C4EF-1911-F9B018398278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">
            <a:extLst>
              <a:ext uri="{FF2B5EF4-FFF2-40B4-BE49-F238E27FC236}">
                <a16:creationId xmlns:a16="http://schemas.microsoft.com/office/drawing/2014/main" id="{022982FB-0B58-266C-F4D3-A924B28F6BB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3" name="Connecteur droit 4">
              <a:extLst>
                <a:ext uri="{FF2B5EF4-FFF2-40B4-BE49-F238E27FC236}">
                  <a16:creationId xmlns:a16="http://schemas.microsoft.com/office/drawing/2014/main" id="{B9BD5545-AC1C-C5C0-886B-8D6A961000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7">
              <a:extLst>
                <a:ext uri="{FF2B5EF4-FFF2-40B4-BE49-F238E27FC236}">
                  <a16:creationId xmlns:a16="http://schemas.microsoft.com/office/drawing/2014/main" id="{5D3E8BCE-F196-AC3D-5AB5-81C1565FBBDF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B4C49D96-8924-1A19-5470-D344AF02DA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2286DAA3-A7E5-3882-B45D-93F2F48BB7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F12686-0D29-ECC1-B233-A0438FDA4F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3B6972E-F5EB-2D1B-B357-7EA0041CD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D892D-8A64-6640-40C3-DAFD53AD994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FD3A8-426C-4C3B-9EDE-C2467EB3A7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36EF8-E78D-0D2C-FA80-2E18934D41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4712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—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EE6DD08-C2F8-635B-8B1B-4C411B842E1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600700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35">
            <a:extLst>
              <a:ext uri="{FF2B5EF4-FFF2-40B4-BE49-F238E27FC236}">
                <a16:creationId xmlns:a16="http://schemas.microsoft.com/office/drawing/2014/main" id="{47A6D539-277E-D80B-92A8-25CCB10C7A93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CABFD0D-A750-7331-E9B6-05F76BE34D5F}"/>
              </a:ext>
            </a:extLst>
          </p:cNvPr>
          <p:cNvSpPr/>
          <p:nvPr userDrawn="1"/>
        </p:nvSpPr>
        <p:spPr>
          <a:xfrm>
            <a:off x="9029700" y="0"/>
            <a:ext cx="3162299" cy="642619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E061D9C-9ABD-01CC-F397-2588244346B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75700" y="6372200"/>
            <a:ext cx="108000" cy="108000"/>
            <a:chOff x="961227" y="5651700"/>
            <a:chExt cx="54000" cy="54000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6811569A-E146-E339-5E81-E7B5691B1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C844C903-0940-53D8-53A1-E245FE380AB8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8771FE06-D60A-5BDB-A3A3-AE419D68A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9" y="398001"/>
            <a:ext cx="4516431" cy="246221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1BF4934B-5A7C-2EF7-B108-9EF677DF0A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57" y="613900"/>
            <a:ext cx="38481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8DCF602F-0A7B-9F1B-42C3-94CACAD1F5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8B21379-3256-AB43-D1DC-456B13A9DF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39F196A0-D989-246C-FFAA-EB2172898C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21A1E8B1-3737-4964-B66F-24B5A1007F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12DE4-89C0-BE9B-EC07-3AC7C171D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7AA374-E206-AC31-398E-C63ECC47B9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B4DF22-2868-52B7-CF04-FFE42DDE69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0926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—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9B0F1C-0343-62ED-BABD-0CB555AD99D0}"/>
              </a:ext>
            </a:extLst>
          </p:cNvPr>
          <p:cNvSpPr/>
          <p:nvPr userDrawn="1"/>
        </p:nvSpPr>
        <p:spPr>
          <a:xfrm>
            <a:off x="0" y="0"/>
            <a:ext cx="2713036" cy="642619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B75CABC-2C74-CE4C-5720-BD7EF0D14405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15964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D2489F7-9885-8C7E-7590-CA53B699D4EC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AADA36-D5E3-1769-8EFB-55A70911F64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9036" y="6372200"/>
            <a:ext cx="108000" cy="108000"/>
            <a:chOff x="961227" y="5651700"/>
            <a:chExt cx="54000" cy="54000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EEC558DF-FA3F-16A3-8F1E-BE214B991A3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FB4AA121-69D9-7D91-7290-D26FEABA00D3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re 1">
            <a:extLst>
              <a:ext uri="{FF2B5EF4-FFF2-40B4-BE49-F238E27FC236}">
                <a16:creationId xmlns:a16="http://schemas.microsoft.com/office/drawing/2014/main" id="{42AE8B71-B670-67AA-E381-FE7BDBD4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9" y="398001"/>
            <a:ext cx="4516431" cy="246221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endParaRPr lang="fr-FR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3297A54F-6257-E0F4-DA28-B412B19453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57" y="613900"/>
            <a:ext cx="38481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81135AF-892C-7F2E-23C1-425F2088C8E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24F1AC2-18EE-5FCB-950B-A0B00BFB8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9774C64-8FB6-4ED4-71B5-E4635AA9B6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03353E3-6A6F-3381-6E1E-AFBF077508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859A1-D235-54C9-A97C-339F96925EC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25706-034F-71F4-F2AB-DD89F538D1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A708EC0-C569-DB20-F143-81F462369C3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13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—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9B0F1C-0343-62ED-BABD-0CB555AD99D0}"/>
              </a:ext>
            </a:extLst>
          </p:cNvPr>
          <p:cNvSpPr/>
          <p:nvPr userDrawn="1"/>
        </p:nvSpPr>
        <p:spPr>
          <a:xfrm>
            <a:off x="0" y="0"/>
            <a:ext cx="4516430" cy="642619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D2489F7-9885-8C7E-7590-CA53B699D4EC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B75CABC-2C74-CE4C-5720-BD7EF0D14405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087430" y="3428998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AADA36-D5E3-1769-8EFB-55A70911F64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62430" y="6372198"/>
            <a:ext cx="108000" cy="108000"/>
            <a:chOff x="961227" y="5651700"/>
            <a:chExt cx="54000" cy="54000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EEC558DF-FA3F-16A3-8F1E-BE214B991A3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FB4AA121-69D9-7D91-7290-D26FEABA00D3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re 1">
            <a:extLst>
              <a:ext uri="{FF2B5EF4-FFF2-40B4-BE49-F238E27FC236}">
                <a16:creationId xmlns:a16="http://schemas.microsoft.com/office/drawing/2014/main" id="{0BD25F03-AC2F-1E05-5245-069077A3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9" y="398001"/>
            <a:ext cx="4516431" cy="246221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endParaRPr lang="fr-FR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8F62FB17-C79D-3FE7-E423-F4FD1C514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57" y="613900"/>
            <a:ext cx="38481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32EFA51-AAA7-C5B8-78DC-90431C2CA8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7FDB4BC-7475-8A79-245C-B6DE9FF334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558E37-B089-1A37-6C24-37323DE86C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F7214B5-131F-A116-482A-0F1A054938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77FD82-CD87-AFBC-8257-1963FE8B007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562CAE-A603-0710-A7D2-E54FDCFBF2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F120EAD-CD2D-C0F8-EE8B-81798BFC7B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2176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—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9B0F1C-0343-62ED-BABD-0CB555AD99D0}"/>
              </a:ext>
            </a:extLst>
          </p:cNvPr>
          <p:cNvSpPr/>
          <p:nvPr userDrawn="1"/>
        </p:nvSpPr>
        <p:spPr>
          <a:xfrm flipH="1">
            <a:off x="2713036" y="0"/>
            <a:ext cx="9478964" cy="642619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5CEA5A18-04FA-AE1D-E791-717B01CF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9" y="398001"/>
            <a:ext cx="4516431" cy="246221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endParaRPr lang="fr-FR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D2806156-60EE-C815-91AA-4374688DA4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57" y="613900"/>
            <a:ext cx="38481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39994C3-08AA-7BA4-F7BB-F31A0CEEE04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15964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B19A7C7-0F45-5C33-898D-3563969498D3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0E03DBFC-569D-1EFD-2875-B479572F5D0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9036" y="6372200"/>
            <a:ext cx="108000" cy="108000"/>
            <a:chOff x="961227" y="5651700"/>
            <a:chExt cx="54000" cy="54000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FD927180-CA9B-E835-466D-7E90CC1AD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8C75F262-ACA1-315C-AA99-2AEFBDE62CFD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398C4AD-9863-F1BE-2698-54AC83760E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F340233-0A20-0899-57B2-C51677223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41F7F82-4CD7-DD2D-2049-96338DF499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61C286A-E05A-26A5-62A8-A416C93E3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5D07B-B25A-A4AC-C177-C15B43EFF5A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72D81-D767-97A7-5A4D-E048C8212B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4284E4-B333-C5A2-2F04-05FCCE2654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486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—1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Connecteur droit 15">
            <a:extLst>
              <a:ext uri="{FF2B5EF4-FFF2-40B4-BE49-F238E27FC236}">
                <a16:creationId xmlns:a16="http://schemas.microsoft.com/office/drawing/2014/main" id="{AE10444E-101C-DE6D-3249-C3923C4B698B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600700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35">
            <a:extLst>
              <a:ext uri="{FF2B5EF4-FFF2-40B4-BE49-F238E27FC236}">
                <a16:creationId xmlns:a16="http://schemas.microsoft.com/office/drawing/2014/main" id="{46825715-0AC2-7E57-48B5-6B1E0454812F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20FD0A0-7CE1-EC9D-D7FE-36EF2E57D187}"/>
              </a:ext>
            </a:extLst>
          </p:cNvPr>
          <p:cNvSpPr/>
          <p:nvPr userDrawn="1"/>
        </p:nvSpPr>
        <p:spPr>
          <a:xfrm>
            <a:off x="9029700" y="0"/>
            <a:ext cx="3162299" cy="642619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16">
            <a:extLst>
              <a:ext uri="{FF2B5EF4-FFF2-40B4-BE49-F238E27FC236}">
                <a16:creationId xmlns:a16="http://schemas.microsoft.com/office/drawing/2014/main" id="{5D91C5A7-D22F-845A-EDA3-E942F7AB79A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75700" y="6372200"/>
            <a:ext cx="108000" cy="108000"/>
            <a:chOff x="961227" y="5651700"/>
            <a:chExt cx="54000" cy="54000"/>
          </a:xfrm>
        </p:grpSpPr>
        <p:cxnSp>
          <p:nvCxnSpPr>
            <p:cNvPr id="5" name="Connecteur droit 17">
              <a:extLst>
                <a:ext uri="{FF2B5EF4-FFF2-40B4-BE49-F238E27FC236}">
                  <a16:creationId xmlns:a16="http://schemas.microsoft.com/office/drawing/2014/main" id="{85AD0E84-6BBB-4EE3-8F86-2CDF134672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8">
              <a:extLst>
                <a:ext uri="{FF2B5EF4-FFF2-40B4-BE49-F238E27FC236}">
                  <a16:creationId xmlns:a16="http://schemas.microsoft.com/office/drawing/2014/main" id="{32CB36AA-D0F4-1AE8-21E4-63E12FC899E3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8FADFD95-334E-3CB5-9E4F-78BC82A54F4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A4776025-7908-EF34-C1F1-0F30A770B6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FE6BE8E-567E-66BE-54BE-DF2D38707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FD393B2-4CB8-756A-F0D5-A767A13839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DC345B-B169-FC29-8C6D-9C4C11CF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59BA9C-0473-0D77-5260-23F1DE4F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B5CB8E-6FB8-519A-066D-0BE45A3A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2816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—2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eur droit 9">
            <a:extLst>
              <a:ext uri="{FF2B5EF4-FFF2-40B4-BE49-F238E27FC236}">
                <a16:creationId xmlns:a16="http://schemas.microsoft.com/office/drawing/2014/main" id="{D3B9A8F8-B285-C062-56E4-0F230BA5A225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B207BC6-80E5-36ED-5F01-D237AC61BD36}"/>
              </a:ext>
            </a:extLst>
          </p:cNvPr>
          <p:cNvSpPr/>
          <p:nvPr userDrawn="1"/>
        </p:nvSpPr>
        <p:spPr>
          <a:xfrm>
            <a:off x="449263" y="4295691"/>
            <a:ext cx="11742736" cy="213050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" name="Connecteur droit 8">
            <a:extLst>
              <a:ext uri="{FF2B5EF4-FFF2-40B4-BE49-F238E27FC236}">
                <a16:creationId xmlns:a16="http://schemas.microsoft.com/office/drawing/2014/main" id="{A48AAB45-2427-76BF-A2FF-21CC1375235A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15">
            <a:extLst>
              <a:ext uri="{FF2B5EF4-FFF2-40B4-BE49-F238E27FC236}">
                <a16:creationId xmlns:a16="http://schemas.microsoft.com/office/drawing/2014/main" id="{06E580E9-5C48-3959-C8D1-971214914D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4" name="Connecteur droit 16">
              <a:extLst>
                <a:ext uri="{FF2B5EF4-FFF2-40B4-BE49-F238E27FC236}">
                  <a16:creationId xmlns:a16="http://schemas.microsoft.com/office/drawing/2014/main" id="{407B233B-A1E3-6103-2509-718B500B8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eur droit 17">
              <a:extLst>
                <a:ext uri="{FF2B5EF4-FFF2-40B4-BE49-F238E27FC236}">
                  <a16:creationId xmlns:a16="http://schemas.microsoft.com/office/drawing/2014/main" id="{06763BEF-8A2B-36F0-10DD-92367DA41A40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2A0A6392-216C-1DC1-AB55-A50FD2D637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F979979-CF2F-BB35-5220-EBB48B8D02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7C9B585C-5CBB-889F-86BF-CC21D7D108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4957659-AC30-4EAC-4FF3-8441931ACA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3795791-8723-1DCA-6536-7DD7F4A9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14782C-1D5E-6A97-AE73-CE183842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CC38FF7-6EED-89DE-1E62-E96CFEC3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0032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NNEX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6D6F4E2-7033-6FB9-CECA-BF9CB2BAE6EB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15964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39DF5BFF-B66B-1E4A-BAA1-EDA44376CEE0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e 3">
            <a:extLst>
              <a:ext uri="{FF2B5EF4-FFF2-40B4-BE49-F238E27FC236}">
                <a16:creationId xmlns:a16="http://schemas.microsoft.com/office/drawing/2014/main" id="{8DFF99CD-83ED-B764-EAA6-7B98F09F12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9036" y="6372200"/>
            <a:ext cx="108000" cy="108000"/>
            <a:chOff x="961227" y="5651700"/>
            <a:chExt cx="54000" cy="5400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F6CA7303-469B-54E9-7267-2DCD2575F6C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1F6117A9-A31F-6934-7FBF-9CD1725AE4FA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61B4D9AA-B004-F152-8565-D1FF8ECD64A3}"/>
              </a:ext>
            </a:extLst>
          </p:cNvPr>
          <p:cNvGrpSpPr/>
          <p:nvPr userDrawn="1"/>
        </p:nvGrpSpPr>
        <p:grpSpPr>
          <a:xfrm>
            <a:off x="2713011" y="-22207"/>
            <a:ext cx="9504362" cy="6429376"/>
            <a:chOff x="2713011" y="-22207"/>
            <a:chExt cx="9504362" cy="6429376"/>
          </a:xfrm>
        </p:grpSpPr>
        <p:sp>
          <p:nvSpPr>
            <p:cNvPr id="1368" name="Line 6">
              <a:extLst>
                <a:ext uri="{FF2B5EF4-FFF2-40B4-BE49-F238E27FC236}">
                  <a16:creationId xmlns:a16="http://schemas.microsoft.com/office/drawing/2014/main" id="{0FC68C88-DDE2-791C-D136-6F7995043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3011" y="546118"/>
              <a:ext cx="9478962" cy="0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69" name="Line 7">
              <a:extLst>
                <a:ext uri="{FF2B5EF4-FFF2-40B4-BE49-F238E27FC236}">
                  <a16:creationId xmlns:a16="http://schemas.microsoft.com/office/drawing/2014/main" id="{601BEB53-AA3E-19F8-A534-FDBF32662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211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0" name="Line 8">
              <a:extLst>
                <a:ext uri="{FF2B5EF4-FFF2-40B4-BE49-F238E27FC236}">
                  <a16:creationId xmlns:a16="http://schemas.microsoft.com/office/drawing/2014/main" id="{C7F25B91-3B63-1E4B-62B5-A50D9D53C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0711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1" name="Line 9">
              <a:extLst>
                <a:ext uri="{FF2B5EF4-FFF2-40B4-BE49-F238E27FC236}">
                  <a16:creationId xmlns:a16="http://schemas.microsoft.com/office/drawing/2014/main" id="{55B5A704-3E00-ECB8-70BA-A1E2A164D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736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2" name="Line 10">
              <a:extLst>
                <a:ext uri="{FF2B5EF4-FFF2-40B4-BE49-F238E27FC236}">
                  <a16:creationId xmlns:a16="http://schemas.microsoft.com/office/drawing/2014/main" id="{85D531E4-10EE-848C-8E82-5ABFE6C0C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4761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3" name="Line 11">
              <a:extLst>
                <a:ext uri="{FF2B5EF4-FFF2-40B4-BE49-F238E27FC236}">
                  <a16:creationId xmlns:a16="http://schemas.microsoft.com/office/drawing/2014/main" id="{C05D26E6-C612-FF27-F32C-09C1A7C7D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4086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4" name="Line 12">
              <a:extLst>
                <a:ext uri="{FF2B5EF4-FFF2-40B4-BE49-F238E27FC236}">
                  <a16:creationId xmlns:a16="http://schemas.microsoft.com/office/drawing/2014/main" id="{7E47A864-CD17-0D49-D07E-FE3FB3014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53411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5" name="Line 13">
              <a:extLst>
                <a:ext uri="{FF2B5EF4-FFF2-40B4-BE49-F238E27FC236}">
                  <a16:creationId xmlns:a16="http://schemas.microsoft.com/office/drawing/2014/main" id="{07E7CB4E-FF80-F949-0FCA-C212F775E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31311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6" name="Line 14">
              <a:extLst>
                <a:ext uri="{FF2B5EF4-FFF2-40B4-BE49-F238E27FC236}">
                  <a16:creationId xmlns:a16="http://schemas.microsoft.com/office/drawing/2014/main" id="{6E3456AE-961E-BEC5-329D-A985FE20F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0636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7" name="Line 15">
              <a:extLst>
                <a:ext uri="{FF2B5EF4-FFF2-40B4-BE49-F238E27FC236}">
                  <a16:creationId xmlns:a16="http://schemas.microsoft.com/office/drawing/2014/main" id="{BD1BFFF6-2BE4-DBAA-9900-663722643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198" y="-22207"/>
              <a:ext cx="0" cy="6429376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8" name="Line 16">
              <a:extLst>
                <a:ext uri="{FF2B5EF4-FFF2-40B4-BE49-F238E27FC236}">
                  <a16:creationId xmlns:a16="http://schemas.microsoft.com/office/drawing/2014/main" id="{4A4DAB79-9DBF-6EE0-BABA-5B272DB6D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8886" y="1525606"/>
              <a:ext cx="9463087" cy="0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9" name="Line 17">
              <a:extLst>
                <a:ext uri="{FF2B5EF4-FFF2-40B4-BE49-F238E27FC236}">
                  <a16:creationId xmlns:a16="http://schemas.microsoft.com/office/drawing/2014/main" id="{46716FC7-07AD-D4D2-D3F8-70A19E3A6C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8886" y="4448194"/>
              <a:ext cx="9463087" cy="0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80" name="Line 18">
              <a:extLst>
                <a:ext uri="{FF2B5EF4-FFF2-40B4-BE49-F238E27FC236}">
                  <a16:creationId xmlns:a16="http://schemas.microsoft.com/office/drawing/2014/main" id="{38CA6FE4-D861-5BB8-DF2C-B99FDAFD6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8886" y="5426094"/>
              <a:ext cx="9463087" cy="0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82" name="Line 20">
              <a:extLst>
                <a:ext uri="{FF2B5EF4-FFF2-40B4-BE49-F238E27FC236}">
                  <a16:creationId xmlns:a16="http://schemas.microsoft.com/office/drawing/2014/main" id="{75E4ADE7-5EF4-45C3-4E96-452E474AD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6186" y="3462356"/>
              <a:ext cx="9501187" cy="0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83" name="Line 21">
              <a:extLst>
                <a:ext uri="{FF2B5EF4-FFF2-40B4-BE49-F238E27FC236}">
                  <a16:creationId xmlns:a16="http://schemas.microsoft.com/office/drawing/2014/main" id="{1B1A2405-840F-D738-CDA6-E00EBF09C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3011" y="2497156"/>
              <a:ext cx="9478962" cy="0"/>
            </a:xfrm>
            <a:prstGeom prst="line">
              <a:avLst/>
            </a:prstGeom>
            <a:noFill/>
            <a:ln w="12700" cap="flat">
              <a:solidFill>
                <a:srgbClr val="E6E6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1529" name="Groupe 1528">
            <a:extLst>
              <a:ext uri="{FF2B5EF4-FFF2-40B4-BE49-F238E27FC236}">
                <a16:creationId xmlns:a16="http://schemas.microsoft.com/office/drawing/2014/main" id="{548DCE7D-E891-3864-4165-43ED21D3EB38}"/>
              </a:ext>
            </a:extLst>
          </p:cNvPr>
          <p:cNvGrpSpPr/>
          <p:nvPr userDrawn="1"/>
        </p:nvGrpSpPr>
        <p:grpSpPr>
          <a:xfrm>
            <a:off x="2711854" y="491908"/>
            <a:ext cx="8667939" cy="5935879"/>
            <a:chOff x="2711854" y="491908"/>
            <a:chExt cx="8667939" cy="5935879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74D18C11-BF2F-0180-0862-F20BB8653F5C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626103" y="6373787"/>
              <a:ext cx="108000" cy="54000"/>
              <a:chOff x="961227" y="5651700"/>
              <a:chExt cx="54000" cy="27000"/>
            </a:xfrm>
          </p:grpSpPr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D0619F22-BADF-59D0-0422-3D0A43F0F2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7D7B7605-AD1B-76A4-D8F1-DA4669078B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C0575BFA-3CBA-FA6C-92FF-83B37E838EB0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578603" y="6373787"/>
              <a:ext cx="108000" cy="54000"/>
              <a:chOff x="961227" y="5651700"/>
              <a:chExt cx="54000" cy="27000"/>
            </a:xfrm>
          </p:grpSpPr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29C14FA5-1CD6-1C8D-5A5A-587E86073F2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ED73D999-68AC-E8A9-E079-0583C89EDB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E1DBA35A-E202-4C23-A4A0-02DC71CCB43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539331" y="6373787"/>
              <a:ext cx="108000" cy="54000"/>
              <a:chOff x="961227" y="5651700"/>
              <a:chExt cx="54000" cy="27000"/>
            </a:xfrm>
          </p:grpSpPr>
          <p:cxnSp>
            <p:nvCxnSpPr>
              <p:cNvPr id="23" name="Connecteur droit 22">
                <a:extLst>
                  <a:ext uri="{FF2B5EF4-FFF2-40B4-BE49-F238E27FC236}">
                    <a16:creationId xmlns:a16="http://schemas.microsoft.com/office/drawing/2014/main" id="{8CECD971-279B-D118-5DD5-154FD9A243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eur droit 23">
                <a:extLst>
                  <a:ext uri="{FF2B5EF4-FFF2-40B4-BE49-F238E27FC236}">
                    <a16:creationId xmlns:a16="http://schemas.microsoft.com/office/drawing/2014/main" id="{F69C29A5-58D2-73E7-A2F6-24A0180164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00AFA4CC-E9B1-CC24-1C5D-44BF16719E0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01356" y="6373787"/>
              <a:ext cx="108000" cy="54000"/>
              <a:chOff x="961227" y="5651700"/>
              <a:chExt cx="54000" cy="27000"/>
            </a:xfrm>
          </p:grpSpPr>
          <p:cxnSp>
            <p:nvCxnSpPr>
              <p:cNvPr id="26" name="Connecteur droit 25">
                <a:extLst>
                  <a:ext uri="{FF2B5EF4-FFF2-40B4-BE49-F238E27FC236}">
                    <a16:creationId xmlns:a16="http://schemas.microsoft.com/office/drawing/2014/main" id="{E6B500C9-57E3-6F64-F437-C7FF0F0CA7B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necteur droit 27">
                <a:extLst>
                  <a:ext uri="{FF2B5EF4-FFF2-40B4-BE49-F238E27FC236}">
                    <a16:creationId xmlns:a16="http://schemas.microsoft.com/office/drawing/2014/main" id="{60AF508C-4CBE-D9DE-625D-106FC6D385F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42B8BB8C-170E-CA38-36BB-3B1329600C6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449094" y="6373787"/>
              <a:ext cx="108000" cy="54000"/>
              <a:chOff x="961227" y="5651700"/>
              <a:chExt cx="54000" cy="27000"/>
            </a:xfrm>
          </p:grpSpPr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1090094B-032A-4C7F-A820-921A15BDFEE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30">
                <a:extLst>
                  <a:ext uri="{FF2B5EF4-FFF2-40B4-BE49-F238E27FC236}">
                    <a16:creationId xmlns:a16="http://schemas.microsoft.com/office/drawing/2014/main" id="{C07394EC-66B6-1BD6-59DE-CCD77B6FD9F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F9FC69AB-D202-2CE7-60E8-600F4DF8A0F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8399213" y="6373787"/>
              <a:ext cx="108000" cy="54000"/>
              <a:chOff x="961227" y="5651700"/>
              <a:chExt cx="54000" cy="27000"/>
            </a:xfrm>
          </p:grpSpPr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3B26C010-7653-CF67-9FE6-B3D15DCA29A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CF40E30B-9576-EE8F-C165-F4D9656B2B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191A6B01-7765-9349-06DD-86591DB728B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9378700" y="6373787"/>
              <a:ext cx="108000" cy="54000"/>
              <a:chOff x="961227" y="5651700"/>
              <a:chExt cx="54000" cy="27000"/>
            </a:xfrm>
          </p:grpSpPr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D93B9D84-DE38-AF16-AF98-0A9D8C68452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89C93718-B59F-16C5-2E7E-D6FA3CD184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E1BCD865-DF98-8D0F-44C5-8D2516ECFAA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0326438" y="6373787"/>
              <a:ext cx="108000" cy="54000"/>
              <a:chOff x="961227" y="5651700"/>
              <a:chExt cx="54000" cy="27000"/>
            </a:xfrm>
          </p:grpSpPr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D90B3FBC-9760-F224-4B8C-B5D4BE79C2B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90B42B2E-7BC7-CF93-F128-6FC6989F5D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F6D8977-86EC-EFE8-173B-6CA4B9B87C5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1271793" y="6373787"/>
              <a:ext cx="108000" cy="54000"/>
              <a:chOff x="961227" y="5651700"/>
              <a:chExt cx="54000" cy="27000"/>
            </a:xfrm>
          </p:grpSpPr>
          <p:cxnSp>
            <p:nvCxnSpPr>
              <p:cNvPr id="42" name="Connecteur droit 41">
                <a:extLst>
                  <a:ext uri="{FF2B5EF4-FFF2-40B4-BE49-F238E27FC236}">
                    <a16:creationId xmlns:a16="http://schemas.microsoft.com/office/drawing/2014/main" id="{9B32A3B2-6698-A9D9-36CC-9B86AE82E8F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27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2B25DDC8-759A-F2EB-7E2C-CCD53B402BD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639F3DEB-CC78-39A6-6333-766BF04C5D5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626103" y="5373000"/>
              <a:ext cx="108000" cy="108000"/>
              <a:chOff x="961227" y="5651700"/>
              <a:chExt cx="54000" cy="54000"/>
            </a:xfrm>
          </p:grpSpPr>
          <p:cxnSp>
            <p:nvCxnSpPr>
              <p:cNvPr id="45" name="Connecteur droit 44">
                <a:extLst>
                  <a:ext uri="{FF2B5EF4-FFF2-40B4-BE49-F238E27FC236}">
                    <a16:creationId xmlns:a16="http://schemas.microsoft.com/office/drawing/2014/main" id="{9CE5FF85-8EAE-EE9F-7F2F-A38AC8BD43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eur droit 45">
                <a:extLst>
                  <a:ext uri="{FF2B5EF4-FFF2-40B4-BE49-F238E27FC236}">
                    <a16:creationId xmlns:a16="http://schemas.microsoft.com/office/drawing/2014/main" id="{0322BBAB-8D98-BF93-CCBD-7192C89529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D2475493-9027-4CC1-432F-CE3308F2A49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578603" y="5373000"/>
              <a:ext cx="108000" cy="108000"/>
              <a:chOff x="961227" y="5651700"/>
              <a:chExt cx="54000" cy="54000"/>
            </a:xfrm>
          </p:grpSpPr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id="{954B996F-F8AC-6735-BF73-9755B8986D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eur droit 48">
                <a:extLst>
                  <a:ext uri="{FF2B5EF4-FFF2-40B4-BE49-F238E27FC236}">
                    <a16:creationId xmlns:a16="http://schemas.microsoft.com/office/drawing/2014/main" id="{7CDB1BA6-0190-44DF-5E37-29929C801DE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50A764AB-E569-4479-6019-6BF8C6CA434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539331" y="5373000"/>
              <a:ext cx="108000" cy="108000"/>
              <a:chOff x="961227" y="5651700"/>
              <a:chExt cx="54000" cy="54000"/>
            </a:xfrm>
          </p:grpSpPr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E03B5506-0769-8F2D-EFD4-234A4A7D802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192AA035-F991-2726-E318-F7A23032A12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3AB2448-3C1B-6DE8-B211-9D7EFA0A89C7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01356" y="5373000"/>
              <a:ext cx="108000" cy="108000"/>
              <a:chOff x="961227" y="5651700"/>
              <a:chExt cx="54000" cy="54000"/>
            </a:xfrm>
          </p:grpSpPr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40E0291F-E8C9-4EE2-3995-EED9FA7F791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6962EE1C-1CBC-1B34-2DA1-A5C077AC2A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048B209F-36A4-832D-16EC-AA175E47347C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449094" y="5373000"/>
              <a:ext cx="108000" cy="108000"/>
              <a:chOff x="961227" y="5651700"/>
              <a:chExt cx="54000" cy="54000"/>
            </a:xfrm>
          </p:grpSpPr>
          <p:cxnSp>
            <p:nvCxnSpPr>
              <p:cNvPr id="57" name="Connecteur droit 56">
                <a:extLst>
                  <a:ext uri="{FF2B5EF4-FFF2-40B4-BE49-F238E27FC236}">
                    <a16:creationId xmlns:a16="http://schemas.microsoft.com/office/drawing/2014/main" id="{416DA7F0-E863-C10F-97FD-9854C017CC0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eur droit 57">
                <a:extLst>
                  <a:ext uri="{FF2B5EF4-FFF2-40B4-BE49-F238E27FC236}">
                    <a16:creationId xmlns:a16="http://schemas.microsoft.com/office/drawing/2014/main" id="{CDE241D5-BE90-9946-25AB-EC2E5DC56F2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159E1DA4-89CA-E594-8285-1B99838EC2D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8399213" y="5373000"/>
              <a:ext cx="108000" cy="108000"/>
              <a:chOff x="961227" y="5651700"/>
              <a:chExt cx="54000" cy="54000"/>
            </a:xfrm>
          </p:grpSpPr>
          <p:cxnSp>
            <p:nvCxnSpPr>
              <p:cNvPr id="60" name="Connecteur droit 59">
                <a:extLst>
                  <a:ext uri="{FF2B5EF4-FFF2-40B4-BE49-F238E27FC236}">
                    <a16:creationId xmlns:a16="http://schemas.microsoft.com/office/drawing/2014/main" id="{A2D0CBB8-D6A3-D18F-4D57-6C501E4E95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eur droit 60">
                <a:extLst>
                  <a:ext uri="{FF2B5EF4-FFF2-40B4-BE49-F238E27FC236}">
                    <a16:creationId xmlns:a16="http://schemas.microsoft.com/office/drawing/2014/main" id="{DE1CC268-11BC-5C43-DC28-36030CDE0A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02F884E5-D7CC-9976-8D51-F98ED9F118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9378700" y="5373000"/>
              <a:ext cx="108000" cy="108000"/>
              <a:chOff x="961227" y="5651700"/>
              <a:chExt cx="54000" cy="54000"/>
            </a:xfrm>
          </p:grpSpPr>
          <p:cxnSp>
            <p:nvCxnSpPr>
              <p:cNvPr id="63" name="Connecteur droit 62">
                <a:extLst>
                  <a:ext uri="{FF2B5EF4-FFF2-40B4-BE49-F238E27FC236}">
                    <a16:creationId xmlns:a16="http://schemas.microsoft.com/office/drawing/2014/main" id="{3B3F5A55-8E60-A4A8-3B25-F9705857DC5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4" name="Connecteur droit 1343">
                <a:extLst>
                  <a:ext uri="{FF2B5EF4-FFF2-40B4-BE49-F238E27FC236}">
                    <a16:creationId xmlns:a16="http://schemas.microsoft.com/office/drawing/2014/main" id="{4AFD8E2D-EDD7-9A4C-B124-6B05D87CC3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5" name="Groupe 1344">
              <a:extLst>
                <a:ext uri="{FF2B5EF4-FFF2-40B4-BE49-F238E27FC236}">
                  <a16:creationId xmlns:a16="http://schemas.microsoft.com/office/drawing/2014/main" id="{BE423CD8-4A82-AE4C-FA1A-6BBB0E9F505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0326438" y="5373000"/>
              <a:ext cx="108000" cy="108000"/>
              <a:chOff x="961227" y="5651700"/>
              <a:chExt cx="54000" cy="54000"/>
            </a:xfrm>
          </p:grpSpPr>
          <p:cxnSp>
            <p:nvCxnSpPr>
              <p:cNvPr id="1346" name="Connecteur droit 1345">
                <a:extLst>
                  <a:ext uri="{FF2B5EF4-FFF2-40B4-BE49-F238E27FC236}">
                    <a16:creationId xmlns:a16="http://schemas.microsoft.com/office/drawing/2014/main" id="{7C6763B2-4131-6E92-2E3B-76C57E18D04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7" name="Connecteur droit 1346">
                <a:extLst>
                  <a:ext uri="{FF2B5EF4-FFF2-40B4-BE49-F238E27FC236}">
                    <a16:creationId xmlns:a16="http://schemas.microsoft.com/office/drawing/2014/main" id="{27709CC4-8614-5345-EEC9-A45D3474FF6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8" name="Groupe 1347">
              <a:extLst>
                <a:ext uri="{FF2B5EF4-FFF2-40B4-BE49-F238E27FC236}">
                  <a16:creationId xmlns:a16="http://schemas.microsoft.com/office/drawing/2014/main" id="{65E7F93A-4CD3-C4CE-B47C-F7F9AB90A32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1271793" y="5373000"/>
              <a:ext cx="108000" cy="108000"/>
              <a:chOff x="961227" y="5651700"/>
              <a:chExt cx="54000" cy="54000"/>
            </a:xfrm>
          </p:grpSpPr>
          <p:cxnSp>
            <p:nvCxnSpPr>
              <p:cNvPr id="1349" name="Connecteur droit 1348">
                <a:extLst>
                  <a:ext uri="{FF2B5EF4-FFF2-40B4-BE49-F238E27FC236}">
                    <a16:creationId xmlns:a16="http://schemas.microsoft.com/office/drawing/2014/main" id="{25D7B2A2-70C3-A281-A7D4-17049D6B396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0" name="Connecteur droit 1349">
                <a:extLst>
                  <a:ext uri="{FF2B5EF4-FFF2-40B4-BE49-F238E27FC236}">
                    <a16:creationId xmlns:a16="http://schemas.microsoft.com/office/drawing/2014/main" id="{AB043464-AA4D-DB6B-E9DA-3E300D6B1CE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1" name="Groupe 1350">
              <a:extLst>
                <a:ext uri="{FF2B5EF4-FFF2-40B4-BE49-F238E27FC236}">
                  <a16:creationId xmlns:a16="http://schemas.microsoft.com/office/drawing/2014/main" id="{98BF7B68-3C8D-8EDC-E308-70D40DE3ECA4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626103" y="4395268"/>
              <a:ext cx="108000" cy="108000"/>
              <a:chOff x="961227" y="5651700"/>
              <a:chExt cx="54000" cy="54000"/>
            </a:xfrm>
          </p:grpSpPr>
          <p:cxnSp>
            <p:nvCxnSpPr>
              <p:cNvPr id="1352" name="Connecteur droit 1351">
                <a:extLst>
                  <a:ext uri="{FF2B5EF4-FFF2-40B4-BE49-F238E27FC236}">
                    <a16:creationId xmlns:a16="http://schemas.microsoft.com/office/drawing/2014/main" id="{8F52E31C-949F-6368-3557-B2372F08774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3" name="Connecteur droit 1352">
                <a:extLst>
                  <a:ext uri="{FF2B5EF4-FFF2-40B4-BE49-F238E27FC236}">
                    <a16:creationId xmlns:a16="http://schemas.microsoft.com/office/drawing/2014/main" id="{9D1FFDE2-A608-9E22-BD2A-85CCB720AE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4" name="Groupe 1353">
              <a:extLst>
                <a:ext uri="{FF2B5EF4-FFF2-40B4-BE49-F238E27FC236}">
                  <a16:creationId xmlns:a16="http://schemas.microsoft.com/office/drawing/2014/main" id="{C11ED354-1052-AE75-F3E2-C2C84D8CC8D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578603" y="4395268"/>
              <a:ext cx="108000" cy="108000"/>
              <a:chOff x="961227" y="5651700"/>
              <a:chExt cx="54000" cy="54000"/>
            </a:xfrm>
          </p:grpSpPr>
          <p:cxnSp>
            <p:nvCxnSpPr>
              <p:cNvPr id="1355" name="Connecteur droit 1354">
                <a:extLst>
                  <a:ext uri="{FF2B5EF4-FFF2-40B4-BE49-F238E27FC236}">
                    <a16:creationId xmlns:a16="http://schemas.microsoft.com/office/drawing/2014/main" id="{E29FA47B-5F1A-F206-BCE8-4CBCD180FC7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6" name="Connecteur droit 1355">
                <a:extLst>
                  <a:ext uri="{FF2B5EF4-FFF2-40B4-BE49-F238E27FC236}">
                    <a16:creationId xmlns:a16="http://schemas.microsoft.com/office/drawing/2014/main" id="{136C1495-A827-5205-A0F9-C534C3F6F87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7" name="Groupe 1356">
              <a:extLst>
                <a:ext uri="{FF2B5EF4-FFF2-40B4-BE49-F238E27FC236}">
                  <a16:creationId xmlns:a16="http://schemas.microsoft.com/office/drawing/2014/main" id="{8B3792A0-0EE2-EB0E-F025-6339957A8DA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539331" y="4395268"/>
              <a:ext cx="108000" cy="108000"/>
              <a:chOff x="961227" y="5651700"/>
              <a:chExt cx="54000" cy="54000"/>
            </a:xfrm>
          </p:grpSpPr>
          <p:cxnSp>
            <p:nvCxnSpPr>
              <p:cNvPr id="1358" name="Connecteur droit 1357">
                <a:extLst>
                  <a:ext uri="{FF2B5EF4-FFF2-40B4-BE49-F238E27FC236}">
                    <a16:creationId xmlns:a16="http://schemas.microsoft.com/office/drawing/2014/main" id="{0DECCB70-94C8-BE86-0767-DA2BE40B85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9" name="Connecteur droit 1358">
                <a:extLst>
                  <a:ext uri="{FF2B5EF4-FFF2-40B4-BE49-F238E27FC236}">
                    <a16:creationId xmlns:a16="http://schemas.microsoft.com/office/drawing/2014/main" id="{1E48D10E-A4F6-D071-5158-B37902D085F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60" name="Groupe 1359">
              <a:extLst>
                <a:ext uri="{FF2B5EF4-FFF2-40B4-BE49-F238E27FC236}">
                  <a16:creationId xmlns:a16="http://schemas.microsoft.com/office/drawing/2014/main" id="{D56C0C55-CF66-5DB0-3EF7-26C12712EDC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01356" y="4395268"/>
              <a:ext cx="108000" cy="108000"/>
              <a:chOff x="961227" y="5651700"/>
              <a:chExt cx="54000" cy="54000"/>
            </a:xfrm>
          </p:grpSpPr>
          <p:cxnSp>
            <p:nvCxnSpPr>
              <p:cNvPr id="1361" name="Connecteur droit 1360">
                <a:extLst>
                  <a:ext uri="{FF2B5EF4-FFF2-40B4-BE49-F238E27FC236}">
                    <a16:creationId xmlns:a16="http://schemas.microsoft.com/office/drawing/2014/main" id="{B8A9E7A0-5508-DFB5-8F83-271FD2CD9F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2" name="Connecteur droit 1361">
                <a:extLst>
                  <a:ext uri="{FF2B5EF4-FFF2-40B4-BE49-F238E27FC236}">
                    <a16:creationId xmlns:a16="http://schemas.microsoft.com/office/drawing/2014/main" id="{D4544A78-151C-70E3-6297-64320AD33A0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63" name="Groupe 1362">
              <a:extLst>
                <a:ext uri="{FF2B5EF4-FFF2-40B4-BE49-F238E27FC236}">
                  <a16:creationId xmlns:a16="http://schemas.microsoft.com/office/drawing/2014/main" id="{294BCEFF-8715-E3C4-0B19-D158E719677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449094" y="4395268"/>
              <a:ext cx="108000" cy="108000"/>
              <a:chOff x="961227" y="5651700"/>
              <a:chExt cx="54000" cy="54000"/>
            </a:xfrm>
          </p:grpSpPr>
          <p:cxnSp>
            <p:nvCxnSpPr>
              <p:cNvPr id="1364" name="Connecteur droit 1363">
                <a:extLst>
                  <a:ext uri="{FF2B5EF4-FFF2-40B4-BE49-F238E27FC236}">
                    <a16:creationId xmlns:a16="http://schemas.microsoft.com/office/drawing/2014/main" id="{CB3E0A5F-A172-BA67-9667-80CB71ADE3F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7" name="Connecteur droit 1366">
                <a:extLst>
                  <a:ext uri="{FF2B5EF4-FFF2-40B4-BE49-F238E27FC236}">
                    <a16:creationId xmlns:a16="http://schemas.microsoft.com/office/drawing/2014/main" id="{459A90E7-AE24-016E-90DE-6C1EC08630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0" name="Groupe 959">
              <a:extLst>
                <a:ext uri="{FF2B5EF4-FFF2-40B4-BE49-F238E27FC236}">
                  <a16:creationId xmlns:a16="http://schemas.microsoft.com/office/drawing/2014/main" id="{740B1272-1558-9396-55D5-D1845EE3FFB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8399213" y="4395268"/>
              <a:ext cx="108000" cy="108000"/>
              <a:chOff x="961227" y="5651700"/>
              <a:chExt cx="54000" cy="54000"/>
            </a:xfrm>
          </p:grpSpPr>
          <p:cxnSp>
            <p:nvCxnSpPr>
              <p:cNvPr id="961" name="Connecteur droit 960">
                <a:extLst>
                  <a:ext uri="{FF2B5EF4-FFF2-40B4-BE49-F238E27FC236}">
                    <a16:creationId xmlns:a16="http://schemas.microsoft.com/office/drawing/2014/main" id="{896F9553-6B68-59C1-92A2-FBE7A038D8A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2" name="Connecteur droit 961">
                <a:extLst>
                  <a:ext uri="{FF2B5EF4-FFF2-40B4-BE49-F238E27FC236}">
                    <a16:creationId xmlns:a16="http://schemas.microsoft.com/office/drawing/2014/main" id="{DD7811A8-FAC0-BF0C-1B0B-8314CF621EB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3" name="Groupe 962">
              <a:extLst>
                <a:ext uri="{FF2B5EF4-FFF2-40B4-BE49-F238E27FC236}">
                  <a16:creationId xmlns:a16="http://schemas.microsoft.com/office/drawing/2014/main" id="{84B3289C-A391-0A74-A49D-920BD4F49BD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9378700" y="4395268"/>
              <a:ext cx="108000" cy="108000"/>
              <a:chOff x="961227" y="5651700"/>
              <a:chExt cx="54000" cy="54000"/>
            </a:xfrm>
          </p:grpSpPr>
          <p:cxnSp>
            <p:nvCxnSpPr>
              <p:cNvPr id="964" name="Connecteur droit 963">
                <a:extLst>
                  <a:ext uri="{FF2B5EF4-FFF2-40B4-BE49-F238E27FC236}">
                    <a16:creationId xmlns:a16="http://schemas.microsoft.com/office/drawing/2014/main" id="{ADF074C2-835F-C2E2-400C-542AD14971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" name="Connecteur droit 964">
                <a:extLst>
                  <a:ext uri="{FF2B5EF4-FFF2-40B4-BE49-F238E27FC236}">
                    <a16:creationId xmlns:a16="http://schemas.microsoft.com/office/drawing/2014/main" id="{D98A0613-1F92-A606-5C7B-0F9E489448A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6" name="Groupe 965">
              <a:extLst>
                <a:ext uri="{FF2B5EF4-FFF2-40B4-BE49-F238E27FC236}">
                  <a16:creationId xmlns:a16="http://schemas.microsoft.com/office/drawing/2014/main" id="{51D6025A-92B1-635D-A066-7EC38FC4BED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0326438" y="4395268"/>
              <a:ext cx="108000" cy="108000"/>
              <a:chOff x="961227" y="5651700"/>
              <a:chExt cx="54000" cy="54000"/>
            </a:xfrm>
          </p:grpSpPr>
          <p:cxnSp>
            <p:nvCxnSpPr>
              <p:cNvPr id="967" name="Connecteur droit 966">
                <a:extLst>
                  <a:ext uri="{FF2B5EF4-FFF2-40B4-BE49-F238E27FC236}">
                    <a16:creationId xmlns:a16="http://schemas.microsoft.com/office/drawing/2014/main" id="{B22F5BDD-1F65-F40E-3FE7-9CDAD24B1E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8" name="Connecteur droit 967">
                <a:extLst>
                  <a:ext uri="{FF2B5EF4-FFF2-40B4-BE49-F238E27FC236}">
                    <a16:creationId xmlns:a16="http://schemas.microsoft.com/office/drawing/2014/main" id="{6F6AFDD4-0961-E013-0723-C64BD2220BE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9" name="Groupe 968">
              <a:extLst>
                <a:ext uri="{FF2B5EF4-FFF2-40B4-BE49-F238E27FC236}">
                  <a16:creationId xmlns:a16="http://schemas.microsoft.com/office/drawing/2014/main" id="{4E3CD296-5513-3646-0D3E-3A4EB9D7CB3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1271793" y="4395268"/>
              <a:ext cx="108000" cy="108000"/>
              <a:chOff x="961227" y="5651700"/>
              <a:chExt cx="54000" cy="54000"/>
            </a:xfrm>
          </p:grpSpPr>
          <p:cxnSp>
            <p:nvCxnSpPr>
              <p:cNvPr id="970" name="Connecteur droit 969">
                <a:extLst>
                  <a:ext uri="{FF2B5EF4-FFF2-40B4-BE49-F238E27FC236}">
                    <a16:creationId xmlns:a16="http://schemas.microsoft.com/office/drawing/2014/main" id="{F6E035D6-FF08-898A-5FAC-E112233F2CE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1" name="Connecteur droit 970">
                <a:extLst>
                  <a:ext uri="{FF2B5EF4-FFF2-40B4-BE49-F238E27FC236}">
                    <a16:creationId xmlns:a16="http://schemas.microsoft.com/office/drawing/2014/main" id="{14AD3F81-C9E0-09D8-27DE-715F1A84B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1" name="Groupe 980">
              <a:extLst>
                <a:ext uri="{FF2B5EF4-FFF2-40B4-BE49-F238E27FC236}">
                  <a16:creationId xmlns:a16="http://schemas.microsoft.com/office/drawing/2014/main" id="{9956E5A6-4750-05D6-79DC-DBA03782C76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03737" y="3410765"/>
              <a:ext cx="108000" cy="108000"/>
              <a:chOff x="961227" y="5653288"/>
              <a:chExt cx="54000" cy="54000"/>
            </a:xfrm>
          </p:grpSpPr>
          <p:cxnSp>
            <p:nvCxnSpPr>
              <p:cNvPr id="982" name="Connecteur droit 981">
                <a:extLst>
                  <a:ext uri="{FF2B5EF4-FFF2-40B4-BE49-F238E27FC236}">
                    <a16:creationId xmlns:a16="http://schemas.microsoft.com/office/drawing/2014/main" id="{375BCF64-CB35-CA6E-4B43-2C97758609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3288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3" name="Connecteur droit 982">
                <a:extLst>
                  <a:ext uri="{FF2B5EF4-FFF2-40B4-BE49-F238E27FC236}">
                    <a16:creationId xmlns:a16="http://schemas.microsoft.com/office/drawing/2014/main" id="{0C2F9238-0587-7D4C-7FE8-AD7907540A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3288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4" name="Groupe 983">
              <a:extLst>
                <a:ext uri="{FF2B5EF4-FFF2-40B4-BE49-F238E27FC236}">
                  <a16:creationId xmlns:a16="http://schemas.microsoft.com/office/drawing/2014/main" id="{33BB6C1E-E4BF-3564-7476-6990D1A1B09E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448301" y="3410765"/>
              <a:ext cx="108000" cy="108000"/>
              <a:chOff x="959640" y="5653288"/>
              <a:chExt cx="54000" cy="54000"/>
            </a:xfrm>
          </p:grpSpPr>
          <p:cxnSp>
            <p:nvCxnSpPr>
              <p:cNvPr id="985" name="Connecteur droit 984">
                <a:extLst>
                  <a:ext uri="{FF2B5EF4-FFF2-40B4-BE49-F238E27FC236}">
                    <a16:creationId xmlns:a16="http://schemas.microsoft.com/office/drawing/2014/main" id="{8C4EEAD5-A267-B3EB-61F1-3C9F3F5F1BD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6640" y="5653288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6" name="Connecteur droit 985">
                <a:extLst>
                  <a:ext uri="{FF2B5EF4-FFF2-40B4-BE49-F238E27FC236}">
                    <a16:creationId xmlns:a16="http://schemas.microsoft.com/office/drawing/2014/main" id="{1559F76A-9272-22B4-8B11-0C0BF3F0DC8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6640" y="5653288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7" name="Groupe 986">
              <a:extLst>
                <a:ext uri="{FF2B5EF4-FFF2-40B4-BE49-F238E27FC236}">
                  <a16:creationId xmlns:a16="http://schemas.microsoft.com/office/drawing/2014/main" id="{A6C2F0AE-75DF-CE61-2C10-807621A1A4F7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8401594" y="3407589"/>
              <a:ext cx="108000" cy="108000"/>
              <a:chOff x="961227" y="5651700"/>
              <a:chExt cx="54000" cy="54000"/>
            </a:xfrm>
          </p:grpSpPr>
          <p:cxnSp>
            <p:nvCxnSpPr>
              <p:cNvPr id="988" name="Connecteur droit 987">
                <a:extLst>
                  <a:ext uri="{FF2B5EF4-FFF2-40B4-BE49-F238E27FC236}">
                    <a16:creationId xmlns:a16="http://schemas.microsoft.com/office/drawing/2014/main" id="{361ADEEA-D775-67BE-02C3-144E8F2D1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Connecteur droit 988">
                <a:extLst>
                  <a:ext uri="{FF2B5EF4-FFF2-40B4-BE49-F238E27FC236}">
                    <a16:creationId xmlns:a16="http://schemas.microsoft.com/office/drawing/2014/main" id="{A4B895D4-4016-4726-5BBA-7686E363CD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0" name="Groupe 989">
              <a:extLst>
                <a:ext uri="{FF2B5EF4-FFF2-40B4-BE49-F238E27FC236}">
                  <a16:creationId xmlns:a16="http://schemas.microsoft.com/office/drawing/2014/main" id="{72016332-5771-6A65-79FF-8E320AFF651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9381081" y="3407589"/>
              <a:ext cx="108000" cy="108000"/>
              <a:chOff x="961227" y="5651700"/>
              <a:chExt cx="54000" cy="54000"/>
            </a:xfrm>
          </p:grpSpPr>
          <p:cxnSp>
            <p:nvCxnSpPr>
              <p:cNvPr id="991" name="Connecteur droit 990">
                <a:extLst>
                  <a:ext uri="{FF2B5EF4-FFF2-40B4-BE49-F238E27FC236}">
                    <a16:creationId xmlns:a16="http://schemas.microsoft.com/office/drawing/2014/main" id="{46313D4D-F90D-A04A-BB25-FE85E9E6CC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2" name="Connecteur droit 991">
                <a:extLst>
                  <a:ext uri="{FF2B5EF4-FFF2-40B4-BE49-F238E27FC236}">
                    <a16:creationId xmlns:a16="http://schemas.microsoft.com/office/drawing/2014/main" id="{6B15909C-A480-2170-71DC-8FF23967A13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94" name="Connecteur droit 993">
              <a:extLst>
                <a:ext uri="{FF2B5EF4-FFF2-40B4-BE49-F238E27FC236}">
                  <a16:creationId xmlns:a16="http://schemas.microsoft.com/office/drawing/2014/main" id="{A9D50DA7-3636-EA87-2D2E-15D58ECCD2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382819" y="3407589"/>
              <a:ext cx="0" cy="108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6" name="Groupe 995">
              <a:extLst>
                <a:ext uri="{FF2B5EF4-FFF2-40B4-BE49-F238E27FC236}">
                  <a16:creationId xmlns:a16="http://schemas.microsoft.com/office/drawing/2014/main" id="{996A86ED-4031-3E25-2E18-BE22B84B0A3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1271793" y="3407589"/>
              <a:ext cx="108000" cy="108000"/>
              <a:chOff x="961227" y="5651700"/>
              <a:chExt cx="54000" cy="54000"/>
            </a:xfrm>
          </p:grpSpPr>
          <p:cxnSp>
            <p:nvCxnSpPr>
              <p:cNvPr id="997" name="Connecteur droit 996">
                <a:extLst>
                  <a:ext uri="{FF2B5EF4-FFF2-40B4-BE49-F238E27FC236}">
                    <a16:creationId xmlns:a16="http://schemas.microsoft.com/office/drawing/2014/main" id="{491815F0-570D-0DB5-E8AE-F80BFE05BA2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8" name="Connecteur droit 997">
                <a:extLst>
                  <a:ext uri="{FF2B5EF4-FFF2-40B4-BE49-F238E27FC236}">
                    <a16:creationId xmlns:a16="http://schemas.microsoft.com/office/drawing/2014/main" id="{BAEBB240-64B5-99DE-497C-74928C6CF95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9" name="Groupe 998">
              <a:extLst>
                <a:ext uri="{FF2B5EF4-FFF2-40B4-BE49-F238E27FC236}">
                  <a16:creationId xmlns:a16="http://schemas.microsoft.com/office/drawing/2014/main" id="{DB839FB4-3B09-56AA-01D3-6EC0C246C97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626103" y="2444531"/>
              <a:ext cx="108000" cy="1070026"/>
              <a:chOff x="961227" y="5651700"/>
              <a:chExt cx="54000" cy="535013"/>
            </a:xfrm>
          </p:grpSpPr>
          <p:cxnSp>
            <p:nvCxnSpPr>
              <p:cNvPr id="1000" name="Connecteur droit 999">
                <a:extLst>
                  <a:ext uri="{FF2B5EF4-FFF2-40B4-BE49-F238E27FC236}">
                    <a16:creationId xmlns:a16="http://schemas.microsoft.com/office/drawing/2014/main" id="{01C81144-C185-E702-7842-70F5AA640D2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1" name="Connecteur droit 1000">
                <a:extLst>
                  <a:ext uri="{FF2B5EF4-FFF2-40B4-BE49-F238E27FC236}">
                    <a16:creationId xmlns:a16="http://schemas.microsoft.com/office/drawing/2014/main" id="{FF0DE083-D424-508A-7C41-7F79C533087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4" name="Connecteur droit 999">
                <a:extLst>
                  <a:ext uri="{FF2B5EF4-FFF2-40B4-BE49-F238E27FC236}">
                    <a16:creationId xmlns:a16="http://schemas.microsoft.com/office/drawing/2014/main" id="{EF79F57F-4C42-AF4F-B91B-A8A3DAE321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6132713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5" name="Connecteur droit 1000">
                <a:extLst>
                  <a:ext uri="{FF2B5EF4-FFF2-40B4-BE49-F238E27FC236}">
                    <a16:creationId xmlns:a16="http://schemas.microsoft.com/office/drawing/2014/main" id="{AC43161F-5B4E-009F-E24B-2C4B10850F0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6132713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2" name="Groupe 1001">
              <a:extLst>
                <a:ext uri="{FF2B5EF4-FFF2-40B4-BE49-F238E27FC236}">
                  <a16:creationId xmlns:a16="http://schemas.microsoft.com/office/drawing/2014/main" id="{21B8D815-FDEC-941D-65FE-CE75A010A58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575429" y="2444531"/>
              <a:ext cx="111174" cy="1073202"/>
              <a:chOff x="959640" y="5651700"/>
              <a:chExt cx="55587" cy="536601"/>
            </a:xfrm>
          </p:grpSpPr>
          <p:cxnSp>
            <p:nvCxnSpPr>
              <p:cNvPr id="1003" name="Connecteur droit 1002">
                <a:extLst>
                  <a:ext uri="{FF2B5EF4-FFF2-40B4-BE49-F238E27FC236}">
                    <a16:creationId xmlns:a16="http://schemas.microsoft.com/office/drawing/2014/main" id="{D3F1E029-7F43-563B-598C-0926ADC1B2A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Connecteur droit 1003">
                <a:extLst>
                  <a:ext uri="{FF2B5EF4-FFF2-40B4-BE49-F238E27FC236}">
                    <a16:creationId xmlns:a16="http://schemas.microsoft.com/office/drawing/2014/main" id="{8F98E0E8-106E-F640-7E68-CE37A9F86D9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6" name="Connecteur droit 1002">
                <a:extLst>
                  <a:ext uri="{FF2B5EF4-FFF2-40B4-BE49-F238E27FC236}">
                    <a16:creationId xmlns:a16="http://schemas.microsoft.com/office/drawing/2014/main" id="{F238B214-406D-0154-34B2-4D4A18A90F6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6640" y="6134301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7" name="Connecteur droit 1003">
                <a:extLst>
                  <a:ext uri="{FF2B5EF4-FFF2-40B4-BE49-F238E27FC236}">
                    <a16:creationId xmlns:a16="http://schemas.microsoft.com/office/drawing/2014/main" id="{6032AD47-3F85-C394-37FE-675EC5B380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6640" y="6134301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5" name="Groupe 1004">
              <a:extLst>
                <a:ext uri="{FF2B5EF4-FFF2-40B4-BE49-F238E27FC236}">
                  <a16:creationId xmlns:a16="http://schemas.microsoft.com/office/drawing/2014/main" id="{A91BCA14-8BD3-1B9D-409F-CFD416EC7870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536157" y="2444531"/>
              <a:ext cx="111174" cy="1073200"/>
              <a:chOff x="959640" y="5651700"/>
              <a:chExt cx="55587" cy="536600"/>
            </a:xfrm>
          </p:grpSpPr>
          <p:cxnSp>
            <p:nvCxnSpPr>
              <p:cNvPr id="1006" name="Connecteur droit 1005">
                <a:extLst>
                  <a:ext uri="{FF2B5EF4-FFF2-40B4-BE49-F238E27FC236}">
                    <a16:creationId xmlns:a16="http://schemas.microsoft.com/office/drawing/2014/main" id="{1B064AF5-C515-6461-1B7E-98218F4A29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Connecteur droit 1006">
                <a:extLst>
                  <a:ext uri="{FF2B5EF4-FFF2-40B4-BE49-F238E27FC236}">
                    <a16:creationId xmlns:a16="http://schemas.microsoft.com/office/drawing/2014/main" id="{3F49534C-675F-0273-874B-EE1C25EB3A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0" name="Connecteur droit 1005">
                <a:extLst>
                  <a:ext uri="{FF2B5EF4-FFF2-40B4-BE49-F238E27FC236}">
                    <a16:creationId xmlns:a16="http://schemas.microsoft.com/office/drawing/2014/main" id="{6B64C4F9-4E57-12DB-AACD-9CCB1B4718A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6640" y="61343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1" name="Connecteur droit 1006">
                <a:extLst>
                  <a:ext uri="{FF2B5EF4-FFF2-40B4-BE49-F238E27FC236}">
                    <a16:creationId xmlns:a16="http://schemas.microsoft.com/office/drawing/2014/main" id="{161DF77B-B79D-A0E5-9CA2-CA95A588392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6640" y="61343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8" name="Groupe 1007">
              <a:extLst>
                <a:ext uri="{FF2B5EF4-FFF2-40B4-BE49-F238E27FC236}">
                  <a16:creationId xmlns:a16="http://schemas.microsoft.com/office/drawing/2014/main" id="{02DC2370-C4D3-0E70-FE97-B6E43D56048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01356" y="2444531"/>
              <a:ext cx="108000" cy="108000"/>
              <a:chOff x="961227" y="5651700"/>
              <a:chExt cx="54000" cy="54000"/>
            </a:xfrm>
          </p:grpSpPr>
          <p:cxnSp>
            <p:nvCxnSpPr>
              <p:cNvPr id="1009" name="Connecteur droit 1008">
                <a:extLst>
                  <a:ext uri="{FF2B5EF4-FFF2-40B4-BE49-F238E27FC236}">
                    <a16:creationId xmlns:a16="http://schemas.microsoft.com/office/drawing/2014/main" id="{0BBBC1A0-BFFA-13EC-8F17-BFD83CAE3A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0" name="Connecteur droit 1009">
                <a:extLst>
                  <a:ext uri="{FF2B5EF4-FFF2-40B4-BE49-F238E27FC236}">
                    <a16:creationId xmlns:a16="http://schemas.microsoft.com/office/drawing/2014/main" id="{C7E8DB2D-141D-A2E7-5133-5C3E0F39581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1" name="Groupe 1010">
              <a:extLst>
                <a:ext uri="{FF2B5EF4-FFF2-40B4-BE49-F238E27FC236}">
                  <a16:creationId xmlns:a16="http://schemas.microsoft.com/office/drawing/2014/main" id="{23DA8F99-66D1-F7F0-6EA4-2F1D574D1EA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449094" y="2444531"/>
              <a:ext cx="108000" cy="108000"/>
              <a:chOff x="961227" y="5651700"/>
              <a:chExt cx="54000" cy="54000"/>
            </a:xfrm>
          </p:grpSpPr>
          <p:cxnSp>
            <p:nvCxnSpPr>
              <p:cNvPr id="1012" name="Connecteur droit 1011">
                <a:extLst>
                  <a:ext uri="{FF2B5EF4-FFF2-40B4-BE49-F238E27FC236}">
                    <a16:creationId xmlns:a16="http://schemas.microsoft.com/office/drawing/2014/main" id="{C96D35CE-B9F0-3848-59C8-22FDC20BEC8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3" name="Connecteur droit 1012">
                <a:extLst>
                  <a:ext uri="{FF2B5EF4-FFF2-40B4-BE49-F238E27FC236}">
                    <a16:creationId xmlns:a16="http://schemas.microsoft.com/office/drawing/2014/main" id="{47EFDDEA-09DE-A3D3-8283-4FA2A298184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4" name="Groupe 1013">
              <a:extLst>
                <a:ext uri="{FF2B5EF4-FFF2-40B4-BE49-F238E27FC236}">
                  <a16:creationId xmlns:a16="http://schemas.microsoft.com/office/drawing/2014/main" id="{1B85781B-6314-F532-1F47-6C81E1F2491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8399213" y="2444531"/>
              <a:ext cx="108000" cy="108000"/>
              <a:chOff x="961227" y="5651700"/>
              <a:chExt cx="54000" cy="54000"/>
            </a:xfrm>
          </p:grpSpPr>
          <p:cxnSp>
            <p:nvCxnSpPr>
              <p:cNvPr id="1015" name="Connecteur droit 1014">
                <a:extLst>
                  <a:ext uri="{FF2B5EF4-FFF2-40B4-BE49-F238E27FC236}">
                    <a16:creationId xmlns:a16="http://schemas.microsoft.com/office/drawing/2014/main" id="{02A28E85-2899-17B1-D867-91A131C3A24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6" name="Connecteur droit 1015">
                <a:extLst>
                  <a:ext uri="{FF2B5EF4-FFF2-40B4-BE49-F238E27FC236}">
                    <a16:creationId xmlns:a16="http://schemas.microsoft.com/office/drawing/2014/main" id="{26BAFAA8-477D-E14B-D928-8B396C8880F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7" name="Groupe 1016">
              <a:extLst>
                <a:ext uri="{FF2B5EF4-FFF2-40B4-BE49-F238E27FC236}">
                  <a16:creationId xmlns:a16="http://schemas.microsoft.com/office/drawing/2014/main" id="{7CEADA70-5B98-CBEB-BCD2-0C1A854F529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9378700" y="2444531"/>
              <a:ext cx="108000" cy="108000"/>
              <a:chOff x="961227" y="5651700"/>
              <a:chExt cx="54000" cy="54000"/>
            </a:xfrm>
          </p:grpSpPr>
          <p:cxnSp>
            <p:nvCxnSpPr>
              <p:cNvPr id="1018" name="Connecteur droit 1017">
                <a:extLst>
                  <a:ext uri="{FF2B5EF4-FFF2-40B4-BE49-F238E27FC236}">
                    <a16:creationId xmlns:a16="http://schemas.microsoft.com/office/drawing/2014/main" id="{2E4C5D2E-1C80-1062-EDB2-7C60A1922BC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9" name="Connecteur droit 1018">
                <a:extLst>
                  <a:ext uri="{FF2B5EF4-FFF2-40B4-BE49-F238E27FC236}">
                    <a16:creationId xmlns:a16="http://schemas.microsoft.com/office/drawing/2014/main" id="{50D47D46-CFDC-B329-4D9D-466ED811E7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1" name="Groupe 1020">
              <a:extLst>
                <a:ext uri="{FF2B5EF4-FFF2-40B4-BE49-F238E27FC236}">
                  <a16:creationId xmlns:a16="http://schemas.microsoft.com/office/drawing/2014/main" id="{6EBC07BE-E554-0AD6-5EC8-2EA82C5260D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0326438" y="2444531"/>
              <a:ext cx="108000" cy="108000"/>
              <a:chOff x="961227" y="5651700"/>
              <a:chExt cx="54000" cy="54000"/>
            </a:xfrm>
          </p:grpSpPr>
          <p:cxnSp>
            <p:nvCxnSpPr>
              <p:cNvPr id="1022" name="Connecteur droit 1021">
                <a:extLst>
                  <a:ext uri="{FF2B5EF4-FFF2-40B4-BE49-F238E27FC236}">
                    <a16:creationId xmlns:a16="http://schemas.microsoft.com/office/drawing/2014/main" id="{78C6ADF2-5ADF-CD3F-988D-3D502C8EB9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3" name="Connecteur droit 1022">
                <a:extLst>
                  <a:ext uri="{FF2B5EF4-FFF2-40B4-BE49-F238E27FC236}">
                    <a16:creationId xmlns:a16="http://schemas.microsoft.com/office/drawing/2014/main" id="{18BC899E-F03C-2BE6-599F-2C82E894232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4" name="Groupe 1023">
              <a:extLst>
                <a:ext uri="{FF2B5EF4-FFF2-40B4-BE49-F238E27FC236}">
                  <a16:creationId xmlns:a16="http://schemas.microsoft.com/office/drawing/2014/main" id="{55B1C1B5-DC57-1D47-F07D-60041C71F1B4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1271793" y="2444531"/>
              <a:ext cx="108000" cy="108000"/>
              <a:chOff x="961227" y="5651700"/>
              <a:chExt cx="54000" cy="54000"/>
            </a:xfrm>
          </p:grpSpPr>
          <p:cxnSp>
            <p:nvCxnSpPr>
              <p:cNvPr id="1025" name="Connecteur droit 1024">
                <a:extLst>
                  <a:ext uri="{FF2B5EF4-FFF2-40B4-BE49-F238E27FC236}">
                    <a16:creationId xmlns:a16="http://schemas.microsoft.com/office/drawing/2014/main" id="{6B4C354E-3E60-C589-0251-1D812306C59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" name="Connecteur droit 1025">
                <a:extLst>
                  <a:ext uri="{FF2B5EF4-FFF2-40B4-BE49-F238E27FC236}">
                    <a16:creationId xmlns:a16="http://schemas.microsoft.com/office/drawing/2014/main" id="{1938F919-5686-7C4E-E2B0-77490F25B4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7" name="Groupe 1026">
              <a:extLst>
                <a:ext uri="{FF2B5EF4-FFF2-40B4-BE49-F238E27FC236}">
                  <a16:creationId xmlns:a16="http://schemas.microsoft.com/office/drawing/2014/main" id="{6DBC08BB-8699-6743-D613-BD0EC9BF96C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626103" y="1472981"/>
              <a:ext cx="108000" cy="108000"/>
              <a:chOff x="961227" y="5651700"/>
              <a:chExt cx="54000" cy="54000"/>
            </a:xfrm>
          </p:grpSpPr>
          <p:cxnSp>
            <p:nvCxnSpPr>
              <p:cNvPr id="1028" name="Connecteur droit 1027">
                <a:extLst>
                  <a:ext uri="{FF2B5EF4-FFF2-40B4-BE49-F238E27FC236}">
                    <a16:creationId xmlns:a16="http://schemas.microsoft.com/office/drawing/2014/main" id="{B312ACE9-5D52-B7BC-7AE8-9B293487AFC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" name="Connecteur droit 1028">
                <a:extLst>
                  <a:ext uri="{FF2B5EF4-FFF2-40B4-BE49-F238E27FC236}">
                    <a16:creationId xmlns:a16="http://schemas.microsoft.com/office/drawing/2014/main" id="{9C2B2328-2A90-04D7-95AE-596561B265D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0" name="Groupe 1029">
              <a:extLst>
                <a:ext uri="{FF2B5EF4-FFF2-40B4-BE49-F238E27FC236}">
                  <a16:creationId xmlns:a16="http://schemas.microsoft.com/office/drawing/2014/main" id="{AC8F21A2-E69D-6CF0-35DD-A7C896FF973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578603" y="1472981"/>
              <a:ext cx="108000" cy="108000"/>
              <a:chOff x="961227" y="5651700"/>
              <a:chExt cx="54000" cy="54000"/>
            </a:xfrm>
          </p:grpSpPr>
          <p:cxnSp>
            <p:nvCxnSpPr>
              <p:cNvPr id="1031" name="Connecteur droit 1030">
                <a:extLst>
                  <a:ext uri="{FF2B5EF4-FFF2-40B4-BE49-F238E27FC236}">
                    <a16:creationId xmlns:a16="http://schemas.microsoft.com/office/drawing/2014/main" id="{DDCD79FA-EA0A-A567-DE23-843ACBED4F2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2" name="Connecteur droit 1031">
                <a:extLst>
                  <a:ext uri="{FF2B5EF4-FFF2-40B4-BE49-F238E27FC236}">
                    <a16:creationId xmlns:a16="http://schemas.microsoft.com/office/drawing/2014/main" id="{89362D55-5AAD-6D66-60F9-2B2AD56447D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3" name="Groupe 1032">
              <a:extLst>
                <a:ext uri="{FF2B5EF4-FFF2-40B4-BE49-F238E27FC236}">
                  <a16:creationId xmlns:a16="http://schemas.microsoft.com/office/drawing/2014/main" id="{1E266879-425E-F1CC-859D-6682403D9AA4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539331" y="1472981"/>
              <a:ext cx="108000" cy="108000"/>
              <a:chOff x="961227" y="5651700"/>
              <a:chExt cx="54000" cy="54000"/>
            </a:xfrm>
          </p:grpSpPr>
          <p:cxnSp>
            <p:nvCxnSpPr>
              <p:cNvPr id="1034" name="Connecteur droit 1033">
                <a:extLst>
                  <a:ext uri="{FF2B5EF4-FFF2-40B4-BE49-F238E27FC236}">
                    <a16:creationId xmlns:a16="http://schemas.microsoft.com/office/drawing/2014/main" id="{0F436631-5E26-C049-89AB-D22D1943C6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5" name="Connecteur droit 1034">
                <a:extLst>
                  <a:ext uri="{FF2B5EF4-FFF2-40B4-BE49-F238E27FC236}">
                    <a16:creationId xmlns:a16="http://schemas.microsoft.com/office/drawing/2014/main" id="{9E4ECBB5-1CC2-BD81-1B42-E14E1E6ADF4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6" name="Groupe 1035">
              <a:extLst>
                <a:ext uri="{FF2B5EF4-FFF2-40B4-BE49-F238E27FC236}">
                  <a16:creationId xmlns:a16="http://schemas.microsoft.com/office/drawing/2014/main" id="{0408CED1-37B0-1404-082F-A3B18FFE9ED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01356" y="1472981"/>
              <a:ext cx="108000" cy="108000"/>
              <a:chOff x="961227" y="5651700"/>
              <a:chExt cx="54000" cy="54000"/>
            </a:xfrm>
          </p:grpSpPr>
          <p:cxnSp>
            <p:nvCxnSpPr>
              <p:cNvPr id="1037" name="Connecteur droit 1036">
                <a:extLst>
                  <a:ext uri="{FF2B5EF4-FFF2-40B4-BE49-F238E27FC236}">
                    <a16:creationId xmlns:a16="http://schemas.microsoft.com/office/drawing/2014/main" id="{C9F2AA0C-3264-EA37-DB84-765425B39ED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8" name="Connecteur droit 1037">
                <a:extLst>
                  <a:ext uri="{FF2B5EF4-FFF2-40B4-BE49-F238E27FC236}">
                    <a16:creationId xmlns:a16="http://schemas.microsoft.com/office/drawing/2014/main" id="{708CDBBC-82E1-AA1A-1E12-9381C41801D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9" name="Groupe 1038">
              <a:extLst>
                <a:ext uri="{FF2B5EF4-FFF2-40B4-BE49-F238E27FC236}">
                  <a16:creationId xmlns:a16="http://schemas.microsoft.com/office/drawing/2014/main" id="{D311F1AF-9A49-8C16-1027-6F4E7CE0EF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449094" y="1472981"/>
              <a:ext cx="108000" cy="108000"/>
              <a:chOff x="961227" y="5651700"/>
              <a:chExt cx="54000" cy="54000"/>
            </a:xfrm>
          </p:grpSpPr>
          <p:cxnSp>
            <p:nvCxnSpPr>
              <p:cNvPr id="1040" name="Connecteur droit 1039">
                <a:extLst>
                  <a:ext uri="{FF2B5EF4-FFF2-40B4-BE49-F238E27FC236}">
                    <a16:creationId xmlns:a16="http://schemas.microsoft.com/office/drawing/2014/main" id="{FB590006-487D-048D-542F-7E71E3EE778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1" name="Connecteur droit 1040">
                <a:extLst>
                  <a:ext uri="{FF2B5EF4-FFF2-40B4-BE49-F238E27FC236}">
                    <a16:creationId xmlns:a16="http://schemas.microsoft.com/office/drawing/2014/main" id="{517C8E4A-CF63-04E0-8A8C-C432183B28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2" name="Groupe 1041">
              <a:extLst>
                <a:ext uri="{FF2B5EF4-FFF2-40B4-BE49-F238E27FC236}">
                  <a16:creationId xmlns:a16="http://schemas.microsoft.com/office/drawing/2014/main" id="{7C58DB8C-960F-FA2C-12D4-8A078BD15A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8399213" y="1472981"/>
              <a:ext cx="108000" cy="108000"/>
              <a:chOff x="961227" y="5651700"/>
              <a:chExt cx="54000" cy="54000"/>
            </a:xfrm>
          </p:grpSpPr>
          <p:cxnSp>
            <p:nvCxnSpPr>
              <p:cNvPr id="1044" name="Connecteur droit 1043">
                <a:extLst>
                  <a:ext uri="{FF2B5EF4-FFF2-40B4-BE49-F238E27FC236}">
                    <a16:creationId xmlns:a16="http://schemas.microsoft.com/office/drawing/2014/main" id="{73BBCE6C-E53B-FAAF-94A6-1BA2A0441CA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5" name="Connecteur droit 1044">
                <a:extLst>
                  <a:ext uri="{FF2B5EF4-FFF2-40B4-BE49-F238E27FC236}">
                    <a16:creationId xmlns:a16="http://schemas.microsoft.com/office/drawing/2014/main" id="{35407FEC-B90B-E629-C9BC-863EE26503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6" name="Groupe 1045">
              <a:extLst>
                <a:ext uri="{FF2B5EF4-FFF2-40B4-BE49-F238E27FC236}">
                  <a16:creationId xmlns:a16="http://schemas.microsoft.com/office/drawing/2014/main" id="{DF484000-CCFD-91A8-113F-3F5148BE2497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9378700" y="1472981"/>
              <a:ext cx="108000" cy="108000"/>
              <a:chOff x="961227" y="5651700"/>
              <a:chExt cx="54000" cy="54000"/>
            </a:xfrm>
          </p:grpSpPr>
          <p:cxnSp>
            <p:nvCxnSpPr>
              <p:cNvPr id="1047" name="Connecteur droit 1046">
                <a:extLst>
                  <a:ext uri="{FF2B5EF4-FFF2-40B4-BE49-F238E27FC236}">
                    <a16:creationId xmlns:a16="http://schemas.microsoft.com/office/drawing/2014/main" id="{43625B43-FB7B-3D71-C17E-A68FF10B57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8" name="Connecteur droit 1047">
                <a:extLst>
                  <a:ext uri="{FF2B5EF4-FFF2-40B4-BE49-F238E27FC236}">
                    <a16:creationId xmlns:a16="http://schemas.microsoft.com/office/drawing/2014/main" id="{8883995B-7180-C0CA-1FA5-C9510F055E1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9" name="Groupe 1048">
              <a:extLst>
                <a:ext uri="{FF2B5EF4-FFF2-40B4-BE49-F238E27FC236}">
                  <a16:creationId xmlns:a16="http://schemas.microsoft.com/office/drawing/2014/main" id="{C5CCCFCC-9830-CAF4-372B-3AA01E6599C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0326438" y="1472981"/>
              <a:ext cx="108000" cy="108000"/>
              <a:chOff x="961227" y="5651700"/>
              <a:chExt cx="54000" cy="54000"/>
            </a:xfrm>
          </p:grpSpPr>
          <p:cxnSp>
            <p:nvCxnSpPr>
              <p:cNvPr id="1050" name="Connecteur droit 1049">
                <a:extLst>
                  <a:ext uri="{FF2B5EF4-FFF2-40B4-BE49-F238E27FC236}">
                    <a16:creationId xmlns:a16="http://schemas.microsoft.com/office/drawing/2014/main" id="{8283B54D-1F52-D2F7-58A3-5BE7D05FE1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Connecteur droit 1050">
                <a:extLst>
                  <a:ext uri="{FF2B5EF4-FFF2-40B4-BE49-F238E27FC236}">
                    <a16:creationId xmlns:a16="http://schemas.microsoft.com/office/drawing/2014/main" id="{0EC6C148-043E-2B1B-08C9-B251572AB83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2" name="Groupe 1051">
              <a:extLst>
                <a:ext uri="{FF2B5EF4-FFF2-40B4-BE49-F238E27FC236}">
                  <a16:creationId xmlns:a16="http://schemas.microsoft.com/office/drawing/2014/main" id="{3B240B78-DD2D-8ACB-4FAA-44966521ADF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1271793" y="1472981"/>
              <a:ext cx="108000" cy="108000"/>
              <a:chOff x="961227" y="5651700"/>
              <a:chExt cx="54000" cy="54000"/>
            </a:xfrm>
          </p:grpSpPr>
          <p:cxnSp>
            <p:nvCxnSpPr>
              <p:cNvPr id="1053" name="Connecteur droit 1052">
                <a:extLst>
                  <a:ext uri="{FF2B5EF4-FFF2-40B4-BE49-F238E27FC236}">
                    <a16:creationId xmlns:a16="http://schemas.microsoft.com/office/drawing/2014/main" id="{03A3B560-A739-5A85-5DBC-CBC008D7BCA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4" name="Connecteur droit 1053">
                <a:extLst>
                  <a:ext uri="{FF2B5EF4-FFF2-40B4-BE49-F238E27FC236}">
                    <a16:creationId xmlns:a16="http://schemas.microsoft.com/office/drawing/2014/main" id="{88121BDA-3C6E-6E36-8A3D-66DA5B72C09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5" name="Groupe 1054">
              <a:extLst>
                <a:ext uri="{FF2B5EF4-FFF2-40B4-BE49-F238E27FC236}">
                  <a16:creationId xmlns:a16="http://schemas.microsoft.com/office/drawing/2014/main" id="{FBFA65F4-F7F9-6044-C7C2-A5C74E42F66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626103" y="491908"/>
              <a:ext cx="108000" cy="108000"/>
              <a:chOff x="961227" y="5651700"/>
              <a:chExt cx="54000" cy="54000"/>
            </a:xfrm>
          </p:grpSpPr>
          <p:cxnSp>
            <p:nvCxnSpPr>
              <p:cNvPr id="1056" name="Connecteur droit 1055">
                <a:extLst>
                  <a:ext uri="{FF2B5EF4-FFF2-40B4-BE49-F238E27FC236}">
                    <a16:creationId xmlns:a16="http://schemas.microsoft.com/office/drawing/2014/main" id="{27EAD86B-47BD-669E-999A-2E08D4F943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7" name="Connecteur droit 1056">
                <a:extLst>
                  <a:ext uri="{FF2B5EF4-FFF2-40B4-BE49-F238E27FC236}">
                    <a16:creationId xmlns:a16="http://schemas.microsoft.com/office/drawing/2014/main" id="{865A37D2-ED29-1C4C-E612-EB29AA68DBC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8" name="Groupe 1057">
              <a:extLst>
                <a:ext uri="{FF2B5EF4-FFF2-40B4-BE49-F238E27FC236}">
                  <a16:creationId xmlns:a16="http://schemas.microsoft.com/office/drawing/2014/main" id="{C46E349F-12A6-66A8-812A-91B8CEFFD6A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578603" y="491908"/>
              <a:ext cx="108000" cy="108000"/>
              <a:chOff x="961227" y="5651700"/>
              <a:chExt cx="54000" cy="54000"/>
            </a:xfrm>
          </p:grpSpPr>
          <p:cxnSp>
            <p:nvCxnSpPr>
              <p:cNvPr id="1059" name="Connecteur droit 1058">
                <a:extLst>
                  <a:ext uri="{FF2B5EF4-FFF2-40B4-BE49-F238E27FC236}">
                    <a16:creationId xmlns:a16="http://schemas.microsoft.com/office/drawing/2014/main" id="{AEAADC92-32B9-C60F-ABF5-09190375B86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0" name="Connecteur droit 1059">
                <a:extLst>
                  <a:ext uri="{FF2B5EF4-FFF2-40B4-BE49-F238E27FC236}">
                    <a16:creationId xmlns:a16="http://schemas.microsoft.com/office/drawing/2014/main" id="{26FFBC0A-0BC7-61DC-28A6-4DE7C20133F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Groupe 1060">
              <a:extLst>
                <a:ext uri="{FF2B5EF4-FFF2-40B4-BE49-F238E27FC236}">
                  <a16:creationId xmlns:a16="http://schemas.microsoft.com/office/drawing/2014/main" id="{A2B36F6A-490C-6DF2-B139-22461971475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539331" y="491908"/>
              <a:ext cx="108000" cy="108000"/>
              <a:chOff x="961227" y="5651700"/>
              <a:chExt cx="54000" cy="54000"/>
            </a:xfrm>
          </p:grpSpPr>
          <p:cxnSp>
            <p:nvCxnSpPr>
              <p:cNvPr id="1062" name="Connecteur droit 1061">
                <a:extLst>
                  <a:ext uri="{FF2B5EF4-FFF2-40B4-BE49-F238E27FC236}">
                    <a16:creationId xmlns:a16="http://schemas.microsoft.com/office/drawing/2014/main" id="{68171ED6-8061-90F6-BD4D-20B6F12C09D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Connecteur droit 1062">
                <a:extLst>
                  <a:ext uri="{FF2B5EF4-FFF2-40B4-BE49-F238E27FC236}">
                    <a16:creationId xmlns:a16="http://schemas.microsoft.com/office/drawing/2014/main" id="{21D4AC6A-50B9-4961-DCD3-DE4CFE4306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4" name="Groupe 1063">
              <a:extLst>
                <a:ext uri="{FF2B5EF4-FFF2-40B4-BE49-F238E27FC236}">
                  <a16:creationId xmlns:a16="http://schemas.microsoft.com/office/drawing/2014/main" id="{46E1A798-4DB2-B163-0AA3-069625A86390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01356" y="491908"/>
              <a:ext cx="108000" cy="108000"/>
              <a:chOff x="961227" y="5651700"/>
              <a:chExt cx="54000" cy="54000"/>
            </a:xfrm>
          </p:grpSpPr>
          <p:cxnSp>
            <p:nvCxnSpPr>
              <p:cNvPr id="1065" name="Connecteur droit 1064">
                <a:extLst>
                  <a:ext uri="{FF2B5EF4-FFF2-40B4-BE49-F238E27FC236}">
                    <a16:creationId xmlns:a16="http://schemas.microsoft.com/office/drawing/2014/main" id="{51FB831E-C0EC-5676-07EA-84314C1A9AD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Connecteur droit 1065">
                <a:extLst>
                  <a:ext uri="{FF2B5EF4-FFF2-40B4-BE49-F238E27FC236}">
                    <a16:creationId xmlns:a16="http://schemas.microsoft.com/office/drawing/2014/main" id="{F79FE511-84F8-2812-9681-C8B675686B0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7" name="Groupe 1066">
              <a:extLst>
                <a:ext uri="{FF2B5EF4-FFF2-40B4-BE49-F238E27FC236}">
                  <a16:creationId xmlns:a16="http://schemas.microsoft.com/office/drawing/2014/main" id="{D2BDB4FB-FBFD-2C8A-3195-9ED7595471A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449094" y="491908"/>
              <a:ext cx="108000" cy="108000"/>
              <a:chOff x="961227" y="5651700"/>
              <a:chExt cx="54000" cy="54000"/>
            </a:xfrm>
          </p:grpSpPr>
          <p:cxnSp>
            <p:nvCxnSpPr>
              <p:cNvPr id="1068" name="Connecteur droit 1067">
                <a:extLst>
                  <a:ext uri="{FF2B5EF4-FFF2-40B4-BE49-F238E27FC236}">
                    <a16:creationId xmlns:a16="http://schemas.microsoft.com/office/drawing/2014/main" id="{7522223E-8EEC-DDF2-0C4C-3E5F33B2C4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9" name="Connecteur droit 1068">
                <a:extLst>
                  <a:ext uri="{FF2B5EF4-FFF2-40B4-BE49-F238E27FC236}">
                    <a16:creationId xmlns:a16="http://schemas.microsoft.com/office/drawing/2014/main" id="{9A4A02F6-0647-2DDB-B8CD-D910008505E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0" name="Groupe 1069">
              <a:extLst>
                <a:ext uri="{FF2B5EF4-FFF2-40B4-BE49-F238E27FC236}">
                  <a16:creationId xmlns:a16="http://schemas.microsoft.com/office/drawing/2014/main" id="{1D23F7C3-3B8F-5DE0-6783-42F87E3895A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8399213" y="491908"/>
              <a:ext cx="108000" cy="108000"/>
              <a:chOff x="961227" y="5651700"/>
              <a:chExt cx="54000" cy="54000"/>
            </a:xfrm>
          </p:grpSpPr>
          <p:cxnSp>
            <p:nvCxnSpPr>
              <p:cNvPr id="1071" name="Connecteur droit 1070">
                <a:extLst>
                  <a:ext uri="{FF2B5EF4-FFF2-40B4-BE49-F238E27FC236}">
                    <a16:creationId xmlns:a16="http://schemas.microsoft.com/office/drawing/2014/main" id="{024EA417-DA10-C7FF-97FF-8EED0813743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Connecteur droit 1071">
                <a:extLst>
                  <a:ext uri="{FF2B5EF4-FFF2-40B4-BE49-F238E27FC236}">
                    <a16:creationId xmlns:a16="http://schemas.microsoft.com/office/drawing/2014/main" id="{06AF6E5F-630D-8EF6-AEAF-134ADBD9024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3" name="Groupe 1072">
              <a:extLst>
                <a:ext uri="{FF2B5EF4-FFF2-40B4-BE49-F238E27FC236}">
                  <a16:creationId xmlns:a16="http://schemas.microsoft.com/office/drawing/2014/main" id="{CFCDE8BF-8BF0-3249-76D0-A0F32F40E26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9378700" y="491908"/>
              <a:ext cx="108000" cy="108000"/>
              <a:chOff x="961227" y="5651700"/>
              <a:chExt cx="54000" cy="54000"/>
            </a:xfrm>
          </p:grpSpPr>
          <p:cxnSp>
            <p:nvCxnSpPr>
              <p:cNvPr id="1074" name="Connecteur droit 1073">
                <a:extLst>
                  <a:ext uri="{FF2B5EF4-FFF2-40B4-BE49-F238E27FC236}">
                    <a16:creationId xmlns:a16="http://schemas.microsoft.com/office/drawing/2014/main" id="{09F7CFD6-11D4-BEE4-4921-8931AD204C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5" name="Connecteur droit 1074">
                <a:extLst>
                  <a:ext uri="{FF2B5EF4-FFF2-40B4-BE49-F238E27FC236}">
                    <a16:creationId xmlns:a16="http://schemas.microsoft.com/office/drawing/2014/main" id="{2F46DCA5-F8E0-9179-0602-8ED4F4AD9F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6" name="Groupe 1075">
              <a:extLst>
                <a:ext uri="{FF2B5EF4-FFF2-40B4-BE49-F238E27FC236}">
                  <a16:creationId xmlns:a16="http://schemas.microsoft.com/office/drawing/2014/main" id="{B70AFD3B-C20B-1CDA-3FED-674358173E5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0326438" y="491908"/>
              <a:ext cx="108000" cy="108000"/>
              <a:chOff x="961227" y="5651700"/>
              <a:chExt cx="54000" cy="54000"/>
            </a:xfrm>
          </p:grpSpPr>
          <p:cxnSp>
            <p:nvCxnSpPr>
              <p:cNvPr id="1077" name="Connecteur droit 1076">
                <a:extLst>
                  <a:ext uri="{FF2B5EF4-FFF2-40B4-BE49-F238E27FC236}">
                    <a16:creationId xmlns:a16="http://schemas.microsoft.com/office/drawing/2014/main" id="{A1E6C81F-584D-A4D1-971B-D18535987AE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Connecteur droit 1077">
                <a:extLst>
                  <a:ext uri="{FF2B5EF4-FFF2-40B4-BE49-F238E27FC236}">
                    <a16:creationId xmlns:a16="http://schemas.microsoft.com/office/drawing/2014/main" id="{C851B6E0-EF26-2D42-D623-766AFFED89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9" name="Groupe 1078">
              <a:extLst>
                <a:ext uri="{FF2B5EF4-FFF2-40B4-BE49-F238E27FC236}">
                  <a16:creationId xmlns:a16="http://schemas.microsoft.com/office/drawing/2014/main" id="{99D28DE9-5911-BB2A-3E78-FE3D5B14618E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1271793" y="491908"/>
              <a:ext cx="108000" cy="108000"/>
              <a:chOff x="961227" y="5651700"/>
              <a:chExt cx="54000" cy="54000"/>
            </a:xfrm>
          </p:grpSpPr>
          <p:cxnSp>
            <p:nvCxnSpPr>
              <p:cNvPr id="1080" name="Connecteur droit 1079">
                <a:extLst>
                  <a:ext uri="{FF2B5EF4-FFF2-40B4-BE49-F238E27FC236}">
                    <a16:creationId xmlns:a16="http://schemas.microsoft.com/office/drawing/2014/main" id="{AE217672-04FE-A08F-A033-73695F885CC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Connecteur droit 1080">
                <a:extLst>
                  <a:ext uri="{FF2B5EF4-FFF2-40B4-BE49-F238E27FC236}">
                    <a16:creationId xmlns:a16="http://schemas.microsoft.com/office/drawing/2014/main" id="{4D7C1844-43F9-8240-A2DB-CF6A51ABACC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2" name="Groupe 1081">
              <a:extLst>
                <a:ext uri="{FF2B5EF4-FFF2-40B4-BE49-F238E27FC236}">
                  <a16:creationId xmlns:a16="http://schemas.microsoft.com/office/drawing/2014/main" id="{47A0417D-CD3E-7982-F040-5506855E55D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2711854" y="5373000"/>
              <a:ext cx="54000" cy="108000"/>
              <a:chOff x="988227" y="5651700"/>
              <a:chExt cx="27000" cy="54000"/>
            </a:xfrm>
          </p:grpSpPr>
          <p:cxnSp>
            <p:nvCxnSpPr>
              <p:cNvPr id="1083" name="Connecteur droit 1082">
                <a:extLst>
                  <a:ext uri="{FF2B5EF4-FFF2-40B4-BE49-F238E27FC236}">
                    <a16:creationId xmlns:a16="http://schemas.microsoft.com/office/drawing/2014/main" id="{C44DCA0F-C60F-50C6-D5FB-282D9BA62A0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Connecteur droit 1083">
                <a:extLst>
                  <a:ext uri="{FF2B5EF4-FFF2-40B4-BE49-F238E27FC236}">
                    <a16:creationId xmlns:a16="http://schemas.microsoft.com/office/drawing/2014/main" id="{1DDE2DAA-A4F3-EC81-AD08-55B767E9013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988227" y="5678700"/>
                <a:ext cx="27000" cy="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5" name="Groupe 1084">
              <a:extLst>
                <a:ext uri="{FF2B5EF4-FFF2-40B4-BE49-F238E27FC236}">
                  <a16:creationId xmlns:a16="http://schemas.microsoft.com/office/drawing/2014/main" id="{CE81E06F-609D-8490-9552-02CF5E480D9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2711854" y="4395268"/>
              <a:ext cx="54000" cy="108000"/>
              <a:chOff x="988227" y="5651700"/>
              <a:chExt cx="27000" cy="54000"/>
            </a:xfrm>
          </p:grpSpPr>
          <p:cxnSp>
            <p:nvCxnSpPr>
              <p:cNvPr id="1086" name="Connecteur droit 1085">
                <a:extLst>
                  <a:ext uri="{FF2B5EF4-FFF2-40B4-BE49-F238E27FC236}">
                    <a16:creationId xmlns:a16="http://schemas.microsoft.com/office/drawing/2014/main" id="{FAA73063-FD60-1E8D-847E-21F2DD9D86F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Connecteur droit 1086">
                <a:extLst>
                  <a:ext uri="{FF2B5EF4-FFF2-40B4-BE49-F238E27FC236}">
                    <a16:creationId xmlns:a16="http://schemas.microsoft.com/office/drawing/2014/main" id="{C1CFB8F3-6243-8B74-071F-00AB1B68BF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988227" y="5678700"/>
                <a:ext cx="27000" cy="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0" name="Groupe 1519">
              <a:extLst>
                <a:ext uri="{FF2B5EF4-FFF2-40B4-BE49-F238E27FC236}">
                  <a16:creationId xmlns:a16="http://schemas.microsoft.com/office/drawing/2014/main" id="{035AA1AA-64FA-BDEB-5AD5-A09F34996B9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2711855" y="3407589"/>
              <a:ext cx="56382" cy="108000"/>
              <a:chOff x="987037" y="5651700"/>
              <a:chExt cx="28191" cy="54000"/>
            </a:xfrm>
          </p:grpSpPr>
          <p:cxnSp>
            <p:nvCxnSpPr>
              <p:cNvPr id="1521" name="Connecteur droit 1520">
                <a:extLst>
                  <a:ext uri="{FF2B5EF4-FFF2-40B4-BE49-F238E27FC236}">
                    <a16:creationId xmlns:a16="http://schemas.microsoft.com/office/drawing/2014/main" id="{46CA64A6-9640-F13F-1E44-32E36B18B21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2" name="Connecteur droit 1521">
                <a:extLst>
                  <a:ext uri="{FF2B5EF4-FFF2-40B4-BE49-F238E27FC236}">
                    <a16:creationId xmlns:a16="http://schemas.microsoft.com/office/drawing/2014/main" id="{425D9F8D-BEC4-37D2-EEB2-376934C3C02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987037" y="5678700"/>
                <a:ext cx="28191" cy="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3" name="Groupe 1522">
              <a:extLst>
                <a:ext uri="{FF2B5EF4-FFF2-40B4-BE49-F238E27FC236}">
                  <a16:creationId xmlns:a16="http://schemas.microsoft.com/office/drawing/2014/main" id="{9215A654-1E5E-41BF-A5AD-7691C24EF88C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2711854" y="491908"/>
              <a:ext cx="54000" cy="108000"/>
              <a:chOff x="988227" y="5651700"/>
              <a:chExt cx="27000" cy="54000"/>
            </a:xfrm>
          </p:grpSpPr>
          <p:cxnSp>
            <p:nvCxnSpPr>
              <p:cNvPr id="1524" name="Connecteur droit 1523">
                <a:extLst>
                  <a:ext uri="{FF2B5EF4-FFF2-40B4-BE49-F238E27FC236}">
                    <a16:creationId xmlns:a16="http://schemas.microsoft.com/office/drawing/2014/main" id="{2ADD4476-04DA-3BBE-CBEC-7BEFF578E80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5" name="Connecteur droit 1524">
                <a:extLst>
                  <a:ext uri="{FF2B5EF4-FFF2-40B4-BE49-F238E27FC236}">
                    <a16:creationId xmlns:a16="http://schemas.microsoft.com/office/drawing/2014/main" id="{94E1C552-F9C5-064F-BDDE-F6F6674DC79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988227" y="5678700"/>
                <a:ext cx="27000" cy="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6" name="Groupe 1525">
              <a:extLst>
                <a:ext uri="{FF2B5EF4-FFF2-40B4-BE49-F238E27FC236}">
                  <a16:creationId xmlns:a16="http://schemas.microsoft.com/office/drawing/2014/main" id="{08BF0AAF-CAC5-8A18-5F57-AD73B6675EAE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2711854" y="1472981"/>
              <a:ext cx="55462" cy="1081932"/>
              <a:chOff x="987496" y="5651700"/>
              <a:chExt cx="27731" cy="540966"/>
            </a:xfrm>
          </p:grpSpPr>
          <p:cxnSp>
            <p:nvCxnSpPr>
              <p:cNvPr id="1527" name="Connecteur droit 1526">
                <a:extLst>
                  <a:ext uri="{FF2B5EF4-FFF2-40B4-BE49-F238E27FC236}">
                    <a16:creationId xmlns:a16="http://schemas.microsoft.com/office/drawing/2014/main" id="{3072C12B-F9E2-14BA-BE53-DE4C529A182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5651700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8" name="Connecteur droit 1527">
                <a:extLst>
                  <a:ext uri="{FF2B5EF4-FFF2-40B4-BE49-F238E27FC236}">
                    <a16:creationId xmlns:a16="http://schemas.microsoft.com/office/drawing/2014/main" id="{4FB09FE7-E300-87E3-8B23-09089984B3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987496" y="5678700"/>
                <a:ext cx="27731" cy="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0" name="Connecteur droit 1529">
                <a:extLst>
                  <a:ext uri="{FF2B5EF4-FFF2-40B4-BE49-F238E27FC236}">
                    <a16:creationId xmlns:a16="http://schemas.microsoft.com/office/drawing/2014/main" id="{82B6035A-B765-8712-AB4F-DD1DC8BEB10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88227" y="6138666"/>
                <a:ext cx="0" cy="5400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1" name="Connecteur droit 1530">
                <a:extLst>
                  <a:ext uri="{FF2B5EF4-FFF2-40B4-BE49-F238E27FC236}">
                    <a16:creationId xmlns:a16="http://schemas.microsoft.com/office/drawing/2014/main" id="{D24B5BE2-9963-3331-A549-97012CB837F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987496" y="6165666"/>
                <a:ext cx="27731" cy="0"/>
              </a:xfrm>
              <a:prstGeom prst="line">
                <a:avLst/>
              </a:prstGeom>
              <a:ln w="1270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0E72B4C6-6B85-1BE7-0DEB-E6A8B771A4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0060" y="398001"/>
            <a:ext cx="2135940" cy="218008"/>
          </a:xfrm>
        </p:spPr>
        <p:txBody>
          <a:bodyPr/>
          <a:lstStyle>
            <a:lvl1pPr>
              <a:lnSpc>
                <a:spcPct val="70000"/>
              </a:lnSpc>
              <a:defRPr/>
            </a:lvl1pPr>
          </a:lstStyle>
          <a:p>
            <a:endParaRPr lang="fr-FR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274C737-45DA-8C48-967D-E4126AD15A3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B58A37-EE68-0F15-DDEE-DDD21F2636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0CA9F33-50E4-2A17-3DEB-308370492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A78A8F-5752-D257-1EAF-DC7AA49BC0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3C9DA-C718-3E62-DAE0-2F753405AEE9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EF2F4-D5A4-B647-7374-B2D9928C41A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0039C53-7491-5785-0239-F9FA3933AB2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779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D5B4EEA-4799-BF86-24CB-829C33121950}"/>
              </a:ext>
            </a:extLst>
          </p:cNvPr>
          <p:cNvSpPr/>
          <p:nvPr userDrawn="1"/>
        </p:nvSpPr>
        <p:spPr>
          <a:xfrm>
            <a:off x="1541338" y="2310693"/>
            <a:ext cx="8753975" cy="208647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33F3D70F-39C1-1D41-C804-BAF7236D58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81338" y="2775733"/>
            <a:ext cx="7673976" cy="1157395"/>
            <a:chOff x="1" y="1581"/>
            <a:chExt cx="7678" cy="115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B9A66B8-8C18-F87B-A7A1-A1DDF751A2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75" y="1656"/>
              <a:ext cx="1082" cy="1007"/>
            </a:xfrm>
            <a:custGeom>
              <a:avLst/>
              <a:gdLst>
                <a:gd name="T0" fmla="*/ 139 w 1082"/>
                <a:gd name="T1" fmla="*/ 1007 h 1007"/>
                <a:gd name="T2" fmla="*/ 0 w 1082"/>
                <a:gd name="T3" fmla="*/ 852 h 1007"/>
                <a:gd name="T4" fmla="*/ 943 w 1082"/>
                <a:gd name="T5" fmla="*/ 0 h 1007"/>
                <a:gd name="T6" fmla="*/ 1082 w 1082"/>
                <a:gd name="T7" fmla="*/ 156 h 1007"/>
                <a:gd name="T8" fmla="*/ 139 w 1082"/>
                <a:gd name="T9" fmla="*/ 1007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2" h="1007">
                  <a:moveTo>
                    <a:pt x="139" y="1007"/>
                  </a:moveTo>
                  <a:lnTo>
                    <a:pt x="0" y="852"/>
                  </a:lnTo>
                  <a:lnTo>
                    <a:pt x="943" y="0"/>
                  </a:lnTo>
                  <a:lnTo>
                    <a:pt x="1082" y="156"/>
                  </a:lnTo>
                  <a:lnTo>
                    <a:pt x="139" y="1007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6F09F58-BE9C-4A36-B6FD-EB4C1125E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" y="1581"/>
              <a:ext cx="7678" cy="1158"/>
            </a:xfrm>
            <a:custGeom>
              <a:avLst/>
              <a:gdLst>
                <a:gd name="T0" fmla="*/ 3874 w 7180"/>
                <a:gd name="T1" fmla="*/ 68 h 1080"/>
                <a:gd name="T2" fmla="*/ 3694 w 7180"/>
                <a:gd name="T3" fmla="*/ 1011 h 1080"/>
                <a:gd name="T4" fmla="*/ 5086 w 7180"/>
                <a:gd name="T5" fmla="*/ 1011 h 1080"/>
                <a:gd name="T6" fmla="*/ 5266 w 7180"/>
                <a:gd name="T7" fmla="*/ 68 h 1080"/>
                <a:gd name="T8" fmla="*/ 5086 w 7180"/>
                <a:gd name="T9" fmla="*/ 1011 h 1080"/>
                <a:gd name="T10" fmla="*/ 1771 w 7180"/>
                <a:gd name="T11" fmla="*/ 184 h 1080"/>
                <a:gd name="T12" fmla="*/ 1943 w 7180"/>
                <a:gd name="T13" fmla="*/ 29 h 1080"/>
                <a:gd name="T14" fmla="*/ 1253 w 7180"/>
                <a:gd name="T15" fmla="*/ 518 h 1080"/>
                <a:gd name="T16" fmla="*/ 1469 w 7180"/>
                <a:gd name="T17" fmla="*/ 660 h 1080"/>
                <a:gd name="T18" fmla="*/ 2145 w 7180"/>
                <a:gd name="T19" fmla="*/ 562 h 1080"/>
                <a:gd name="T20" fmla="*/ 1639 w 7180"/>
                <a:gd name="T21" fmla="*/ 847 h 1080"/>
                <a:gd name="T22" fmla="*/ 1811 w 7180"/>
                <a:gd name="T23" fmla="*/ 1080 h 1080"/>
                <a:gd name="T24" fmla="*/ 2309 w 7180"/>
                <a:gd name="T25" fmla="*/ 420 h 1080"/>
                <a:gd name="T26" fmla="*/ 2145 w 7180"/>
                <a:gd name="T27" fmla="*/ 562 h 1080"/>
                <a:gd name="T28" fmla="*/ 0 w 7180"/>
                <a:gd name="T29" fmla="*/ 68 h 1080"/>
                <a:gd name="T30" fmla="*/ 175 w 7180"/>
                <a:gd name="T31" fmla="*/ 1011 h 1080"/>
                <a:gd name="T32" fmla="*/ 419 w 7180"/>
                <a:gd name="T33" fmla="*/ 813 h 1080"/>
                <a:gd name="T34" fmla="*/ 794 w 7180"/>
                <a:gd name="T35" fmla="*/ 389 h 1080"/>
                <a:gd name="T36" fmla="*/ 970 w 7180"/>
                <a:gd name="T37" fmla="*/ 1011 h 1080"/>
                <a:gd name="T38" fmla="*/ 793 w 7180"/>
                <a:gd name="T39" fmla="*/ 68 h 1080"/>
                <a:gd name="T40" fmla="*/ 177 w 7180"/>
                <a:gd name="T41" fmla="*/ 68 h 1080"/>
                <a:gd name="T42" fmla="*/ 4234 w 7180"/>
                <a:gd name="T43" fmla="*/ 68 h 1080"/>
                <a:gd name="T44" fmla="*/ 4855 w 7180"/>
                <a:gd name="T45" fmla="*/ 1011 h 1080"/>
                <a:gd name="T46" fmla="*/ 4415 w 7180"/>
                <a:gd name="T47" fmla="*/ 847 h 1080"/>
                <a:gd name="T48" fmla="*/ 3379 w 7180"/>
                <a:gd name="T49" fmla="*/ 733 h 1080"/>
                <a:gd name="T50" fmla="*/ 2611 w 7180"/>
                <a:gd name="T51" fmla="*/ 1011 h 1080"/>
                <a:gd name="T52" fmla="*/ 3003 w 7180"/>
                <a:gd name="T53" fmla="*/ 68 h 1080"/>
                <a:gd name="T54" fmla="*/ 3205 w 7180"/>
                <a:gd name="T55" fmla="*/ 515 h 1080"/>
                <a:gd name="T56" fmla="*/ 2788 w 7180"/>
                <a:gd name="T57" fmla="*/ 457 h 1080"/>
                <a:gd name="T58" fmla="*/ 3154 w 7180"/>
                <a:gd name="T59" fmla="*/ 344 h 1080"/>
                <a:gd name="T60" fmla="*/ 2788 w 7180"/>
                <a:gd name="T61" fmla="*/ 233 h 1080"/>
                <a:gd name="T62" fmla="*/ 3190 w 7180"/>
                <a:gd name="T63" fmla="*/ 723 h 1080"/>
                <a:gd name="T64" fmla="*/ 2788 w 7180"/>
                <a:gd name="T65" fmla="*/ 596 h 1080"/>
                <a:gd name="T66" fmla="*/ 3020 w 7180"/>
                <a:gd name="T67" fmla="*/ 847 h 1080"/>
                <a:gd name="T68" fmla="*/ 6747 w 7180"/>
                <a:gd name="T69" fmla="*/ 847 h 1080"/>
                <a:gd name="T70" fmla="*/ 7133 w 7180"/>
                <a:gd name="T71" fmla="*/ 606 h 1080"/>
                <a:gd name="T72" fmla="*/ 6747 w 7180"/>
                <a:gd name="T73" fmla="*/ 446 h 1080"/>
                <a:gd name="T74" fmla="*/ 7180 w 7180"/>
                <a:gd name="T75" fmla="*/ 233 h 1080"/>
                <a:gd name="T76" fmla="*/ 6567 w 7180"/>
                <a:gd name="T77" fmla="*/ 68 h 1080"/>
                <a:gd name="T78" fmla="*/ 7180 w 7180"/>
                <a:gd name="T79" fmla="*/ 1011 h 1080"/>
                <a:gd name="T80" fmla="*/ 6747 w 7180"/>
                <a:gd name="T81" fmla="*/ 847 h 1080"/>
                <a:gd name="T82" fmla="*/ 6272 w 7180"/>
                <a:gd name="T83" fmla="*/ 68 h 1080"/>
                <a:gd name="T84" fmla="*/ 5593 w 7180"/>
                <a:gd name="T85" fmla="*/ 233 h 1080"/>
                <a:gd name="T86" fmla="*/ 5569 w 7180"/>
                <a:gd name="T87" fmla="*/ 847 h 1080"/>
                <a:gd name="T88" fmla="*/ 6273 w 7180"/>
                <a:gd name="T89" fmla="*/ 1011 h 1080"/>
                <a:gd name="T90" fmla="*/ 5788 w 7180"/>
                <a:gd name="T91" fmla="*/ 847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80" h="1080">
                  <a:moveTo>
                    <a:pt x="3694" y="68"/>
                  </a:moveTo>
                  <a:cubicBezTo>
                    <a:pt x="3874" y="68"/>
                    <a:pt x="3874" y="68"/>
                    <a:pt x="3874" y="68"/>
                  </a:cubicBezTo>
                  <a:cubicBezTo>
                    <a:pt x="3874" y="1011"/>
                    <a:pt x="3874" y="1011"/>
                    <a:pt x="3874" y="1011"/>
                  </a:cubicBezTo>
                  <a:cubicBezTo>
                    <a:pt x="3694" y="1011"/>
                    <a:pt x="3694" y="1011"/>
                    <a:pt x="3694" y="1011"/>
                  </a:cubicBezTo>
                  <a:lnTo>
                    <a:pt x="3694" y="68"/>
                  </a:lnTo>
                  <a:close/>
                  <a:moveTo>
                    <a:pt x="5086" y="1011"/>
                  </a:moveTo>
                  <a:cubicBezTo>
                    <a:pt x="5266" y="1011"/>
                    <a:pt x="5266" y="1011"/>
                    <a:pt x="5266" y="1011"/>
                  </a:cubicBezTo>
                  <a:cubicBezTo>
                    <a:pt x="5266" y="68"/>
                    <a:pt x="5266" y="68"/>
                    <a:pt x="5266" y="68"/>
                  </a:cubicBezTo>
                  <a:cubicBezTo>
                    <a:pt x="5086" y="68"/>
                    <a:pt x="5086" y="68"/>
                    <a:pt x="5086" y="68"/>
                  </a:cubicBezTo>
                  <a:lnTo>
                    <a:pt x="5086" y="1011"/>
                  </a:lnTo>
                  <a:close/>
                  <a:moveTo>
                    <a:pt x="1437" y="518"/>
                  </a:moveTo>
                  <a:cubicBezTo>
                    <a:pt x="1437" y="333"/>
                    <a:pt x="1586" y="184"/>
                    <a:pt x="1771" y="184"/>
                  </a:cubicBezTo>
                  <a:cubicBezTo>
                    <a:pt x="1834" y="184"/>
                    <a:pt x="1893" y="201"/>
                    <a:pt x="1943" y="232"/>
                  </a:cubicBezTo>
                  <a:cubicBezTo>
                    <a:pt x="1943" y="29"/>
                    <a:pt x="1943" y="29"/>
                    <a:pt x="1943" y="29"/>
                  </a:cubicBezTo>
                  <a:cubicBezTo>
                    <a:pt x="1889" y="10"/>
                    <a:pt x="1831" y="0"/>
                    <a:pt x="1771" y="0"/>
                  </a:cubicBezTo>
                  <a:cubicBezTo>
                    <a:pt x="1485" y="0"/>
                    <a:pt x="1253" y="232"/>
                    <a:pt x="1253" y="518"/>
                  </a:cubicBezTo>
                  <a:cubicBezTo>
                    <a:pt x="1253" y="567"/>
                    <a:pt x="1260" y="615"/>
                    <a:pt x="1273" y="660"/>
                  </a:cubicBezTo>
                  <a:cubicBezTo>
                    <a:pt x="1469" y="660"/>
                    <a:pt x="1469" y="660"/>
                    <a:pt x="1469" y="660"/>
                  </a:cubicBezTo>
                  <a:cubicBezTo>
                    <a:pt x="1448" y="617"/>
                    <a:pt x="1437" y="568"/>
                    <a:pt x="1437" y="518"/>
                  </a:cubicBezTo>
                  <a:close/>
                  <a:moveTo>
                    <a:pt x="2145" y="562"/>
                  </a:moveTo>
                  <a:cubicBezTo>
                    <a:pt x="2145" y="746"/>
                    <a:pt x="1996" y="896"/>
                    <a:pt x="1811" y="896"/>
                  </a:cubicBezTo>
                  <a:cubicBezTo>
                    <a:pt x="1748" y="896"/>
                    <a:pt x="1689" y="878"/>
                    <a:pt x="1639" y="847"/>
                  </a:cubicBezTo>
                  <a:cubicBezTo>
                    <a:pt x="1639" y="1050"/>
                    <a:pt x="1639" y="1050"/>
                    <a:pt x="1639" y="1050"/>
                  </a:cubicBezTo>
                  <a:cubicBezTo>
                    <a:pt x="1693" y="1069"/>
                    <a:pt x="1751" y="1080"/>
                    <a:pt x="1811" y="1080"/>
                  </a:cubicBezTo>
                  <a:cubicBezTo>
                    <a:pt x="2097" y="1080"/>
                    <a:pt x="2329" y="848"/>
                    <a:pt x="2329" y="562"/>
                  </a:cubicBezTo>
                  <a:cubicBezTo>
                    <a:pt x="2329" y="513"/>
                    <a:pt x="2322" y="465"/>
                    <a:pt x="2309" y="420"/>
                  </a:cubicBezTo>
                  <a:cubicBezTo>
                    <a:pt x="2113" y="420"/>
                    <a:pt x="2113" y="420"/>
                    <a:pt x="2113" y="420"/>
                  </a:cubicBezTo>
                  <a:cubicBezTo>
                    <a:pt x="2134" y="463"/>
                    <a:pt x="2145" y="511"/>
                    <a:pt x="2145" y="562"/>
                  </a:cubicBezTo>
                  <a:close/>
                  <a:moveTo>
                    <a:pt x="177" y="68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0" y="1011"/>
                    <a:pt x="0" y="1011"/>
                    <a:pt x="0" y="1011"/>
                  </a:cubicBezTo>
                  <a:cubicBezTo>
                    <a:pt x="175" y="1011"/>
                    <a:pt x="175" y="1011"/>
                    <a:pt x="175" y="1011"/>
                  </a:cubicBezTo>
                  <a:cubicBezTo>
                    <a:pt x="175" y="389"/>
                    <a:pt x="175" y="389"/>
                    <a:pt x="175" y="389"/>
                  </a:cubicBezTo>
                  <a:cubicBezTo>
                    <a:pt x="419" y="813"/>
                    <a:pt x="419" y="813"/>
                    <a:pt x="419" y="813"/>
                  </a:cubicBezTo>
                  <a:cubicBezTo>
                    <a:pt x="551" y="813"/>
                    <a:pt x="551" y="813"/>
                    <a:pt x="551" y="813"/>
                  </a:cubicBezTo>
                  <a:cubicBezTo>
                    <a:pt x="794" y="389"/>
                    <a:pt x="794" y="389"/>
                    <a:pt x="794" y="389"/>
                  </a:cubicBezTo>
                  <a:cubicBezTo>
                    <a:pt x="794" y="1011"/>
                    <a:pt x="794" y="1011"/>
                    <a:pt x="794" y="1011"/>
                  </a:cubicBezTo>
                  <a:cubicBezTo>
                    <a:pt x="970" y="1011"/>
                    <a:pt x="970" y="1011"/>
                    <a:pt x="970" y="1011"/>
                  </a:cubicBezTo>
                  <a:cubicBezTo>
                    <a:pt x="970" y="68"/>
                    <a:pt x="970" y="68"/>
                    <a:pt x="970" y="68"/>
                  </a:cubicBezTo>
                  <a:cubicBezTo>
                    <a:pt x="793" y="68"/>
                    <a:pt x="793" y="68"/>
                    <a:pt x="793" y="68"/>
                  </a:cubicBezTo>
                  <a:cubicBezTo>
                    <a:pt x="485" y="617"/>
                    <a:pt x="485" y="617"/>
                    <a:pt x="485" y="617"/>
                  </a:cubicBezTo>
                  <a:lnTo>
                    <a:pt x="177" y="68"/>
                  </a:lnTo>
                  <a:close/>
                  <a:moveTo>
                    <a:pt x="4415" y="68"/>
                  </a:moveTo>
                  <a:cubicBezTo>
                    <a:pt x="4234" y="68"/>
                    <a:pt x="4234" y="68"/>
                    <a:pt x="4234" y="68"/>
                  </a:cubicBezTo>
                  <a:cubicBezTo>
                    <a:pt x="4234" y="1011"/>
                    <a:pt x="4234" y="1011"/>
                    <a:pt x="4234" y="1011"/>
                  </a:cubicBezTo>
                  <a:cubicBezTo>
                    <a:pt x="4855" y="1011"/>
                    <a:pt x="4855" y="1011"/>
                    <a:pt x="4855" y="1011"/>
                  </a:cubicBezTo>
                  <a:cubicBezTo>
                    <a:pt x="4855" y="847"/>
                    <a:pt x="4855" y="847"/>
                    <a:pt x="4855" y="847"/>
                  </a:cubicBezTo>
                  <a:cubicBezTo>
                    <a:pt x="4415" y="847"/>
                    <a:pt x="4415" y="847"/>
                    <a:pt x="4415" y="847"/>
                  </a:cubicBezTo>
                  <a:lnTo>
                    <a:pt x="4415" y="68"/>
                  </a:lnTo>
                  <a:close/>
                  <a:moveTo>
                    <a:pt x="3379" y="733"/>
                  </a:moveTo>
                  <a:cubicBezTo>
                    <a:pt x="3379" y="897"/>
                    <a:pt x="3279" y="1011"/>
                    <a:pt x="3024" y="1011"/>
                  </a:cubicBezTo>
                  <a:cubicBezTo>
                    <a:pt x="2611" y="1011"/>
                    <a:pt x="2611" y="1011"/>
                    <a:pt x="2611" y="1011"/>
                  </a:cubicBezTo>
                  <a:cubicBezTo>
                    <a:pt x="2611" y="68"/>
                    <a:pt x="2611" y="68"/>
                    <a:pt x="2611" y="68"/>
                  </a:cubicBezTo>
                  <a:cubicBezTo>
                    <a:pt x="3003" y="68"/>
                    <a:pt x="3003" y="68"/>
                    <a:pt x="3003" y="68"/>
                  </a:cubicBezTo>
                  <a:cubicBezTo>
                    <a:pt x="3229" y="68"/>
                    <a:pt x="3332" y="171"/>
                    <a:pt x="3332" y="325"/>
                  </a:cubicBezTo>
                  <a:cubicBezTo>
                    <a:pt x="3332" y="411"/>
                    <a:pt x="3292" y="488"/>
                    <a:pt x="3205" y="515"/>
                  </a:cubicBezTo>
                  <a:cubicBezTo>
                    <a:pt x="3319" y="541"/>
                    <a:pt x="3379" y="624"/>
                    <a:pt x="3379" y="733"/>
                  </a:cubicBezTo>
                  <a:close/>
                  <a:moveTo>
                    <a:pt x="2788" y="457"/>
                  </a:moveTo>
                  <a:cubicBezTo>
                    <a:pt x="3002" y="457"/>
                    <a:pt x="3002" y="457"/>
                    <a:pt x="3002" y="457"/>
                  </a:cubicBezTo>
                  <a:cubicBezTo>
                    <a:pt x="3102" y="457"/>
                    <a:pt x="3154" y="421"/>
                    <a:pt x="3154" y="344"/>
                  </a:cubicBezTo>
                  <a:cubicBezTo>
                    <a:pt x="3154" y="263"/>
                    <a:pt x="3102" y="233"/>
                    <a:pt x="3002" y="233"/>
                  </a:cubicBezTo>
                  <a:cubicBezTo>
                    <a:pt x="2788" y="233"/>
                    <a:pt x="2788" y="233"/>
                    <a:pt x="2788" y="233"/>
                  </a:cubicBezTo>
                  <a:lnTo>
                    <a:pt x="2788" y="457"/>
                  </a:lnTo>
                  <a:close/>
                  <a:moveTo>
                    <a:pt x="3190" y="723"/>
                  </a:moveTo>
                  <a:cubicBezTo>
                    <a:pt x="3190" y="638"/>
                    <a:pt x="3135" y="596"/>
                    <a:pt x="3020" y="596"/>
                  </a:cubicBezTo>
                  <a:cubicBezTo>
                    <a:pt x="2788" y="596"/>
                    <a:pt x="2788" y="596"/>
                    <a:pt x="2788" y="596"/>
                  </a:cubicBezTo>
                  <a:cubicBezTo>
                    <a:pt x="2788" y="847"/>
                    <a:pt x="2788" y="847"/>
                    <a:pt x="2788" y="847"/>
                  </a:cubicBezTo>
                  <a:cubicBezTo>
                    <a:pt x="3020" y="847"/>
                    <a:pt x="3020" y="847"/>
                    <a:pt x="3020" y="847"/>
                  </a:cubicBezTo>
                  <a:cubicBezTo>
                    <a:pt x="3135" y="847"/>
                    <a:pt x="3190" y="810"/>
                    <a:pt x="3190" y="723"/>
                  </a:cubicBezTo>
                  <a:close/>
                  <a:moveTo>
                    <a:pt x="6747" y="847"/>
                  </a:moveTo>
                  <a:cubicBezTo>
                    <a:pt x="6747" y="606"/>
                    <a:pt x="6747" y="606"/>
                    <a:pt x="6747" y="606"/>
                  </a:cubicBezTo>
                  <a:cubicBezTo>
                    <a:pt x="7133" y="606"/>
                    <a:pt x="7133" y="606"/>
                    <a:pt x="7133" y="606"/>
                  </a:cubicBezTo>
                  <a:cubicBezTo>
                    <a:pt x="7133" y="446"/>
                    <a:pt x="7133" y="446"/>
                    <a:pt x="7133" y="446"/>
                  </a:cubicBezTo>
                  <a:cubicBezTo>
                    <a:pt x="6747" y="446"/>
                    <a:pt x="6747" y="446"/>
                    <a:pt x="6747" y="446"/>
                  </a:cubicBezTo>
                  <a:cubicBezTo>
                    <a:pt x="6747" y="233"/>
                    <a:pt x="6747" y="233"/>
                    <a:pt x="6747" y="233"/>
                  </a:cubicBezTo>
                  <a:cubicBezTo>
                    <a:pt x="7180" y="233"/>
                    <a:pt x="7180" y="233"/>
                    <a:pt x="7180" y="233"/>
                  </a:cubicBezTo>
                  <a:cubicBezTo>
                    <a:pt x="7180" y="68"/>
                    <a:pt x="7180" y="68"/>
                    <a:pt x="7180" y="68"/>
                  </a:cubicBezTo>
                  <a:cubicBezTo>
                    <a:pt x="6567" y="68"/>
                    <a:pt x="6567" y="68"/>
                    <a:pt x="6567" y="68"/>
                  </a:cubicBezTo>
                  <a:cubicBezTo>
                    <a:pt x="6567" y="1011"/>
                    <a:pt x="6567" y="1011"/>
                    <a:pt x="6567" y="1011"/>
                  </a:cubicBezTo>
                  <a:cubicBezTo>
                    <a:pt x="7180" y="1011"/>
                    <a:pt x="7180" y="1011"/>
                    <a:pt x="7180" y="1011"/>
                  </a:cubicBezTo>
                  <a:cubicBezTo>
                    <a:pt x="7180" y="847"/>
                    <a:pt x="7180" y="847"/>
                    <a:pt x="7180" y="847"/>
                  </a:cubicBezTo>
                  <a:lnTo>
                    <a:pt x="6747" y="847"/>
                  </a:lnTo>
                  <a:close/>
                  <a:moveTo>
                    <a:pt x="6272" y="239"/>
                  </a:moveTo>
                  <a:cubicBezTo>
                    <a:pt x="6272" y="68"/>
                    <a:pt x="6272" y="68"/>
                    <a:pt x="6272" y="68"/>
                  </a:cubicBezTo>
                  <a:cubicBezTo>
                    <a:pt x="5593" y="68"/>
                    <a:pt x="5593" y="68"/>
                    <a:pt x="5593" y="68"/>
                  </a:cubicBezTo>
                  <a:cubicBezTo>
                    <a:pt x="5593" y="233"/>
                    <a:pt x="5593" y="233"/>
                    <a:pt x="5593" y="233"/>
                  </a:cubicBezTo>
                  <a:cubicBezTo>
                    <a:pt x="6058" y="233"/>
                    <a:pt x="6058" y="233"/>
                    <a:pt x="6058" y="233"/>
                  </a:cubicBezTo>
                  <a:cubicBezTo>
                    <a:pt x="5569" y="847"/>
                    <a:pt x="5569" y="847"/>
                    <a:pt x="5569" y="847"/>
                  </a:cubicBezTo>
                  <a:cubicBezTo>
                    <a:pt x="5569" y="1011"/>
                    <a:pt x="5569" y="1011"/>
                    <a:pt x="5569" y="1011"/>
                  </a:cubicBezTo>
                  <a:cubicBezTo>
                    <a:pt x="6273" y="1011"/>
                    <a:pt x="6273" y="1011"/>
                    <a:pt x="6273" y="1011"/>
                  </a:cubicBezTo>
                  <a:cubicBezTo>
                    <a:pt x="6273" y="847"/>
                    <a:pt x="6273" y="847"/>
                    <a:pt x="6273" y="847"/>
                  </a:cubicBezTo>
                  <a:cubicBezTo>
                    <a:pt x="5788" y="847"/>
                    <a:pt x="5788" y="847"/>
                    <a:pt x="5788" y="847"/>
                  </a:cubicBezTo>
                  <a:lnTo>
                    <a:pt x="6272" y="2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0E03DBFC-569D-1EFD-2875-B479572F5D0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41313" y="2258769"/>
            <a:ext cx="108000" cy="108000"/>
            <a:chOff x="961227" y="5651700"/>
            <a:chExt cx="54000" cy="54000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FD927180-CA9B-E835-466D-7E90CC1AD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8C75F262-ACA1-315C-AA99-2AEFBDE62CFD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76DC0F9-CDE4-41F3-873D-E28FCD18D605}"/>
              </a:ext>
            </a:extLst>
          </p:cNvPr>
          <p:cNvSpPr/>
          <p:nvPr userDrawn="1"/>
        </p:nvSpPr>
        <p:spPr>
          <a:xfrm>
            <a:off x="8009404" y="4164256"/>
            <a:ext cx="2641259" cy="434975"/>
          </a:xfrm>
          <a:prstGeom prst="rect">
            <a:avLst/>
          </a:prstGeom>
          <a:solidFill>
            <a:schemeClr val="tx1"/>
          </a:solidFill>
          <a:ln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68465903-88FF-D3F3-8F9D-A1493F8A8A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96663" y="4110256"/>
            <a:ext cx="108000" cy="108000"/>
            <a:chOff x="961227" y="5651700"/>
            <a:chExt cx="54000" cy="54000"/>
          </a:xfrm>
        </p:grpSpPr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8EDBC46B-6209-6834-77D4-1325500796C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BB6D33AE-B740-6CCF-8F8F-004A1CBFDC7E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62C14709-A691-6D1D-385F-906081A5E29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87337" y="4341089"/>
            <a:ext cx="108000" cy="108000"/>
            <a:chOff x="961227" y="5651700"/>
            <a:chExt cx="54000" cy="54000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95787D0D-0724-8B2F-DCB6-DE86B36DCA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125ACECD-4303-21DB-EC90-4064299BC66F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D46C9D8-4D6C-5E3E-6EAB-0932EE31BCA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156766" y="4243243"/>
            <a:ext cx="2439897" cy="276999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MBLZ text" pitchFamily="2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5438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—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D5B4EEA-4799-BF86-24CB-829C33121950}"/>
              </a:ext>
            </a:extLst>
          </p:cNvPr>
          <p:cNvSpPr/>
          <p:nvPr userDrawn="1"/>
        </p:nvSpPr>
        <p:spPr>
          <a:xfrm>
            <a:off x="2585999" y="2439943"/>
            <a:ext cx="7389463" cy="1969704"/>
          </a:xfrm>
          <a:custGeom>
            <a:avLst/>
            <a:gdLst>
              <a:gd name="connsiteX0" fmla="*/ 0 w 6914376"/>
              <a:gd name="connsiteY0" fmla="*/ 0 h 1535418"/>
              <a:gd name="connsiteX1" fmla="*/ 6914376 w 6914376"/>
              <a:gd name="connsiteY1" fmla="*/ 0 h 1535418"/>
              <a:gd name="connsiteX2" fmla="*/ 6914376 w 6914376"/>
              <a:gd name="connsiteY2" fmla="*/ 1535418 h 1535418"/>
              <a:gd name="connsiteX3" fmla="*/ 0 w 6914376"/>
              <a:gd name="connsiteY3" fmla="*/ 1535418 h 1535418"/>
              <a:gd name="connsiteX4" fmla="*/ 0 w 6914376"/>
              <a:gd name="connsiteY4" fmla="*/ 0 h 1535418"/>
              <a:gd name="connsiteX0" fmla="*/ 0 w 6914376"/>
              <a:gd name="connsiteY0" fmla="*/ 0 h 1535418"/>
              <a:gd name="connsiteX1" fmla="*/ 6914376 w 6914376"/>
              <a:gd name="connsiteY1" fmla="*/ 0 h 1535418"/>
              <a:gd name="connsiteX2" fmla="*/ 6914376 w 6914376"/>
              <a:gd name="connsiteY2" fmla="*/ 1535418 h 1535418"/>
              <a:gd name="connsiteX3" fmla="*/ 0 w 6914376"/>
              <a:gd name="connsiteY3" fmla="*/ 1535418 h 1535418"/>
              <a:gd name="connsiteX4" fmla="*/ 91440 w 6914376"/>
              <a:gd name="connsiteY4" fmla="*/ 91440 h 1535418"/>
              <a:gd name="connsiteX0" fmla="*/ 22860 w 6937236"/>
              <a:gd name="connsiteY0" fmla="*/ 0 h 1535418"/>
              <a:gd name="connsiteX1" fmla="*/ 6937236 w 6937236"/>
              <a:gd name="connsiteY1" fmla="*/ 0 h 1535418"/>
              <a:gd name="connsiteX2" fmla="*/ 6937236 w 6937236"/>
              <a:gd name="connsiteY2" fmla="*/ 1535418 h 1535418"/>
              <a:gd name="connsiteX3" fmla="*/ 22860 w 6937236"/>
              <a:gd name="connsiteY3" fmla="*/ 1535418 h 1535418"/>
              <a:gd name="connsiteX4" fmla="*/ 0 w 6937236"/>
              <a:gd name="connsiteY4" fmla="*/ 599440 h 1535418"/>
              <a:gd name="connsiteX0" fmla="*/ 7620 w 6921996"/>
              <a:gd name="connsiteY0" fmla="*/ 0 h 1535418"/>
              <a:gd name="connsiteX1" fmla="*/ 6921996 w 6921996"/>
              <a:gd name="connsiteY1" fmla="*/ 0 h 1535418"/>
              <a:gd name="connsiteX2" fmla="*/ 6921996 w 6921996"/>
              <a:gd name="connsiteY2" fmla="*/ 1535418 h 1535418"/>
              <a:gd name="connsiteX3" fmla="*/ 7620 w 6921996"/>
              <a:gd name="connsiteY3" fmla="*/ 1535418 h 1535418"/>
              <a:gd name="connsiteX4" fmla="*/ 0 w 6921996"/>
              <a:gd name="connsiteY4" fmla="*/ 599440 h 1535418"/>
              <a:gd name="connsiteX0" fmla="*/ 0 w 6914376"/>
              <a:gd name="connsiteY0" fmla="*/ 0 h 1535418"/>
              <a:gd name="connsiteX1" fmla="*/ 6914376 w 6914376"/>
              <a:gd name="connsiteY1" fmla="*/ 0 h 1535418"/>
              <a:gd name="connsiteX2" fmla="*/ 6914376 w 6914376"/>
              <a:gd name="connsiteY2" fmla="*/ 1535418 h 1535418"/>
              <a:gd name="connsiteX3" fmla="*/ 0 w 6914376"/>
              <a:gd name="connsiteY3" fmla="*/ 1535418 h 1535418"/>
              <a:gd name="connsiteX4" fmla="*/ 5080 w 6914376"/>
              <a:gd name="connsiteY4" fmla="*/ 586740 h 153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376" h="1535418">
                <a:moveTo>
                  <a:pt x="0" y="0"/>
                </a:moveTo>
                <a:lnTo>
                  <a:pt x="6914376" y="0"/>
                </a:lnTo>
                <a:lnTo>
                  <a:pt x="6914376" y="1535418"/>
                </a:lnTo>
                <a:lnTo>
                  <a:pt x="0" y="1535418"/>
                </a:lnTo>
                <a:cubicBezTo>
                  <a:pt x="0" y="1023612"/>
                  <a:pt x="5080" y="586740"/>
                  <a:pt x="5080" y="586740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0E03DBFC-569D-1EFD-2875-B479572F5D0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21460" y="2385942"/>
            <a:ext cx="108000" cy="108000"/>
            <a:chOff x="961227" y="5651700"/>
            <a:chExt cx="54000" cy="54000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FD927180-CA9B-E835-466D-7E90CC1AD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8C75F262-ACA1-315C-AA99-2AEFBDE62CFD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D46C9D8-4D6C-5E3E-6EAB-0932EE31BCA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162302" y="2736503"/>
            <a:ext cx="6361253" cy="1384995"/>
          </a:xfrm>
        </p:spPr>
        <p:txBody>
          <a:bodyPr/>
          <a:lstStyle>
            <a:lvl1pPr algn="ctr">
              <a:defRPr sz="10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THANK YOU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62C14709-A691-6D1D-385F-906081A5E29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32001" y="4355647"/>
            <a:ext cx="108000" cy="108000"/>
            <a:chOff x="961227" y="5651700"/>
            <a:chExt cx="54000" cy="54000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95787D0D-0724-8B2F-DCB6-DE86B36DCA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125ACECD-4303-21DB-EC90-4064299BC66F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0C59397C-72C9-6828-488C-5A899C64A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98000" y="1853151"/>
            <a:ext cx="1492229" cy="14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29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TRAL—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591D6E3E-1948-12CE-CD42-408C40D49CC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82662FFB-13DD-2D76-80DC-FD0456D141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09EC2C1B-26AA-6B22-A889-C8D2A359C1FB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re 1">
            <a:extLst>
              <a:ext uri="{FF2B5EF4-FFF2-40B4-BE49-F238E27FC236}">
                <a16:creationId xmlns:a16="http://schemas.microsoft.com/office/drawing/2014/main" id="{35BDD229-C6F9-1407-C5A7-2B51F3DC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B7C62C14-D515-EC27-9C8D-038B286C13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2" name="Connecteur droit 9">
            <a:extLst>
              <a:ext uri="{FF2B5EF4-FFF2-40B4-BE49-F238E27FC236}">
                <a16:creationId xmlns:a16="http://schemas.microsoft.com/office/drawing/2014/main" id="{09DEFDD3-CD46-56A7-998C-F319D45C5926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8">
            <a:extLst>
              <a:ext uri="{FF2B5EF4-FFF2-40B4-BE49-F238E27FC236}">
                <a16:creationId xmlns:a16="http://schemas.microsoft.com/office/drawing/2014/main" id="{0D5FE696-18D3-19D6-9865-00A608935344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e 15">
            <a:extLst>
              <a:ext uri="{FF2B5EF4-FFF2-40B4-BE49-F238E27FC236}">
                <a16:creationId xmlns:a16="http://schemas.microsoft.com/office/drawing/2014/main" id="{E1F12D5A-26A5-C0A5-4899-35A39D6FCE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2" name="Connecteur droit 16">
              <a:extLst>
                <a:ext uri="{FF2B5EF4-FFF2-40B4-BE49-F238E27FC236}">
                  <a16:creationId xmlns:a16="http://schemas.microsoft.com/office/drawing/2014/main" id="{E7D8F031-BAF4-D499-6F66-A3B775E7A1E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7">
              <a:extLst>
                <a:ext uri="{FF2B5EF4-FFF2-40B4-BE49-F238E27FC236}">
                  <a16:creationId xmlns:a16="http://schemas.microsoft.com/office/drawing/2014/main" id="{29B75D86-F20F-690A-A24F-B3D644A77238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74C600F0-837C-3F2F-84CA-9A64FD15093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B039BE8F-722E-42D5-E518-6E77A3DC38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CC013AE4-AFAA-5F1D-F79E-F5D100A729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8344CFCC-883F-4516-6325-E864BF70A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56AB9A-381B-6D52-4300-10F1A933981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497052-8B59-0967-38E2-AC51EB670E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57E1D8-35D7-29EF-5ADC-8131B5248C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969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TRAL—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39994C3-08AA-7BA4-F7BB-F31A0CEEE04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15964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B19A7C7-0F45-5C33-898D-3563969498D3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0E03DBFC-569D-1EFD-2875-B479572F5D0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9036" y="6372200"/>
            <a:ext cx="108000" cy="108000"/>
            <a:chOff x="961227" y="5651700"/>
            <a:chExt cx="54000" cy="54000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FD927180-CA9B-E835-466D-7E90CC1AD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8C75F262-ACA1-315C-AA99-2AEFBDE62CFD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EECDBDD-DB0E-58F2-5BC2-E2648B0F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9" y="398001"/>
            <a:ext cx="4516431" cy="246221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endParaRPr lang="fr-FR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D6F67793-EAE3-829F-4DDF-01381319E6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57" y="613900"/>
            <a:ext cx="38481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9FBDC5-CCB0-DB82-0AE1-5A688A95031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C1A4FB7-F447-0FAC-63F1-352A37BA9F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1C2671F-25AA-DFDD-8A0D-E59A48D394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E1050E55-A0D5-A608-0080-3F585217D1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E9195-745E-E9B5-6A6D-5093E15B202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F1054C-3F48-189E-3941-97FD1E2183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7631FBE-85C2-5F9D-6B26-FBA30C0AD2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619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TRAL—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id="{E2FE2949-3E63-CF24-C76E-9CDD0D847B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01" y="6523037"/>
            <a:ext cx="236536" cy="23726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39994C3-08AA-7BA4-F7BB-F31A0CEEE04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15964" y="3429000"/>
            <a:ext cx="6858000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B19A7C7-0F45-5C33-898D-3563969498D3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0E03DBFC-569D-1EFD-2875-B479572F5D0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59036" y="6372200"/>
            <a:ext cx="108000" cy="108000"/>
            <a:chOff x="961227" y="5651700"/>
            <a:chExt cx="54000" cy="54000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FD927180-CA9B-E835-466D-7E90CC1AD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8C75F262-ACA1-315C-AA99-2AEFBDE62CFD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46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EECDBDD-DB0E-58F2-5BC2-E2648B0F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9" y="398001"/>
            <a:ext cx="4516431" cy="246221"/>
          </a:xfr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D6F67793-EAE3-829F-4DDF-01381319E6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57" y="613900"/>
            <a:ext cx="38481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8E65A-41D7-8B45-8831-2193003FE4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282828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A87B2-AF5A-D0C7-76A5-EF6B98D035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282828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AAA94D-7CE4-8D4C-CF56-71FA393B4E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282828"/>
                </a:solidFill>
              </a:defRPr>
            </a:lvl1pPr>
          </a:lstStyle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6233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TRAL—4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E9CCEE-809C-24F5-7080-B1549B9E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defRPr/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FFA28D-C5C6-494E-5BF7-13CA00C19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cxnSp>
        <p:nvCxnSpPr>
          <p:cNvPr id="3" name="Connecteur droit 30">
            <a:extLst>
              <a:ext uri="{FF2B5EF4-FFF2-40B4-BE49-F238E27FC236}">
                <a16:creationId xmlns:a16="http://schemas.microsoft.com/office/drawing/2014/main" id="{34484FA4-9AF7-A1B4-0B8D-AD17A01963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35">
            <a:extLst>
              <a:ext uri="{FF2B5EF4-FFF2-40B4-BE49-F238E27FC236}">
                <a16:creationId xmlns:a16="http://schemas.microsoft.com/office/drawing/2014/main" id="{DA3CFCCB-FB73-ACD1-A4D9-A7D020E951F4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e 1">
            <a:extLst>
              <a:ext uri="{FF2B5EF4-FFF2-40B4-BE49-F238E27FC236}">
                <a16:creationId xmlns:a16="http://schemas.microsoft.com/office/drawing/2014/main" id="{5CD551D0-1680-4C1D-0FF2-086E69FCF2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6" name="Connecteur droit 4">
              <a:extLst>
                <a:ext uri="{FF2B5EF4-FFF2-40B4-BE49-F238E27FC236}">
                  <a16:creationId xmlns:a16="http://schemas.microsoft.com/office/drawing/2014/main" id="{7D6A9D1D-2613-90CB-8BC3-E89B843240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7">
              <a:extLst>
                <a:ext uri="{FF2B5EF4-FFF2-40B4-BE49-F238E27FC236}">
                  <a16:creationId xmlns:a16="http://schemas.microsoft.com/office/drawing/2014/main" id="{ADCF5A05-9A0C-8961-0E86-B88FE328D75C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4">
            <a:extLst>
              <a:ext uri="{FF2B5EF4-FFF2-40B4-BE49-F238E27FC236}">
                <a16:creationId xmlns:a16="http://schemas.microsoft.com/office/drawing/2014/main" id="{1987CEC9-88F8-9AF5-95E0-AADCE874D2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C4FD7B6B-B12F-F254-579B-741C29A369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90A675B-C0ED-3C2C-803F-83A8DD1C6A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A7BF0747-B7C2-7B6D-391B-9033D6E9A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65F70-0B76-5CED-FC30-6D903E3A2A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FA011-2454-3FDE-A574-76387032EF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523FC-F3F6-B7D2-696A-EB572F1BAE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863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9">
            <a:extLst>
              <a:ext uri="{FF2B5EF4-FFF2-40B4-BE49-F238E27FC236}">
                <a16:creationId xmlns:a16="http://schemas.microsoft.com/office/drawing/2014/main" id="{F8DF0B9B-4186-4A6C-26C4-13E5FA8F776E}"/>
              </a:ext>
            </a:extLst>
          </p:cNvPr>
          <p:cNvCxnSpPr>
            <a:cxnSpLocks/>
          </p:cNvCxnSpPr>
          <p:nvPr userDrawn="1"/>
        </p:nvCxnSpPr>
        <p:spPr>
          <a:xfrm>
            <a:off x="-1200" y="6426200"/>
            <a:ext cx="121932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8">
            <a:extLst>
              <a:ext uri="{FF2B5EF4-FFF2-40B4-BE49-F238E27FC236}">
                <a16:creationId xmlns:a16="http://schemas.microsoft.com/office/drawing/2014/main" id="{66F06CAE-9E4D-81C4-160E-F6C42610689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2979737" y="3429000"/>
            <a:ext cx="6858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e 15">
            <a:extLst>
              <a:ext uri="{FF2B5EF4-FFF2-40B4-BE49-F238E27FC236}">
                <a16:creationId xmlns:a16="http://schemas.microsoft.com/office/drawing/2014/main" id="{70D30B59-0A73-84B4-6B0C-E0BE32970D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263" y="6372200"/>
            <a:ext cx="108000" cy="108000"/>
            <a:chOff x="961227" y="5651700"/>
            <a:chExt cx="54000" cy="54000"/>
          </a:xfrm>
        </p:grpSpPr>
        <p:cxnSp>
          <p:nvCxnSpPr>
            <p:cNvPr id="14" name="Connecteur droit 16">
              <a:extLst>
                <a:ext uri="{FF2B5EF4-FFF2-40B4-BE49-F238E27FC236}">
                  <a16:creationId xmlns:a16="http://schemas.microsoft.com/office/drawing/2014/main" id="{5564C033-DE7E-6202-901E-024902CED7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7">
              <a:extLst>
                <a:ext uri="{FF2B5EF4-FFF2-40B4-BE49-F238E27FC236}">
                  <a16:creationId xmlns:a16="http://schemas.microsoft.com/office/drawing/2014/main" id="{5CA131D8-A105-118F-5FC3-7620F06D3339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88227" y="5651700"/>
              <a:ext cx="0" cy="54000"/>
            </a:xfrm>
            <a:prstGeom prst="line">
              <a:avLst/>
            </a:prstGeom>
            <a:ln w="1270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E8A2A776-33EE-60CB-2658-6043FEE8F37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901" y="6522697"/>
            <a:ext cx="236610" cy="237600"/>
            <a:chOff x="1689" y="0"/>
            <a:chExt cx="4304" cy="4322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24CAD4B-C8F5-FF6F-54FB-482C570F9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17" y="284"/>
              <a:ext cx="4049" cy="3755"/>
            </a:xfrm>
            <a:custGeom>
              <a:avLst/>
              <a:gdLst>
                <a:gd name="T0" fmla="*/ 518 w 4049"/>
                <a:gd name="T1" fmla="*/ 3755 h 3755"/>
                <a:gd name="T2" fmla="*/ 0 w 4049"/>
                <a:gd name="T3" fmla="*/ 3176 h 3755"/>
                <a:gd name="T4" fmla="*/ 3530 w 4049"/>
                <a:gd name="T5" fmla="*/ 0 h 3755"/>
                <a:gd name="T6" fmla="*/ 4049 w 4049"/>
                <a:gd name="T7" fmla="*/ 578 h 3755"/>
                <a:gd name="T8" fmla="*/ 518 w 4049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9" h="3755">
                  <a:moveTo>
                    <a:pt x="518" y="3755"/>
                  </a:moveTo>
                  <a:lnTo>
                    <a:pt x="0" y="3176"/>
                  </a:lnTo>
                  <a:lnTo>
                    <a:pt x="3530" y="0"/>
                  </a:lnTo>
                  <a:lnTo>
                    <a:pt x="4049" y="578"/>
                  </a:lnTo>
                  <a:lnTo>
                    <a:pt x="518" y="3755"/>
                  </a:lnTo>
                  <a:close/>
                </a:path>
              </a:pathLst>
            </a:custGeom>
            <a:solidFill>
              <a:srgbClr val="F84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1E6D308-83FB-7CF0-6283-E0EC8B83BC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9" y="0"/>
              <a:ext cx="2761" cy="2643"/>
            </a:xfrm>
            <a:custGeom>
              <a:avLst/>
              <a:gdLst>
                <a:gd name="T0" fmla="*/ 335 w 1256"/>
                <a:gd name="T1" fmla="*/ 943 h 1202"/>
                <a:gd name="T2" fmla="*/ 942 w 1256"/>
                <a:gd name="T3" fmla="*/ 335 h 1202"/>
                <a:gd name="T4" fmla="*/ 1256 w 1256"/>
                <a:gd name="T5" fmla="*/ 423 h 1202"/>
                <a:gd name="T6" fmla="*/ 1256 w 1256"/>
                <a:gd name="T7" fmla="*/ 54 h 1202"/>
                <a:gd name="T8" fmla="*/ 942 w 1256"/>
                <a:gd name="T9" fmla="*/ 0 h 1202"/>
                <a:gd name="T10" fmla="*/ 0 w 1256"/>
                <a:gd name="T11" fmla="*/ 943 h 1202"/>
                <a:gd name="T12" fmla="*/ 36 w 1256"/>
                <a:gd name="T13" fmla="*/ 1202 h 1202"/>
                <a:gd name="T14" fmla="*/ 392 w 1256"/>
                <a:gd name="T15" fmla="*/ 1202 h 1202"/>
                <a:gd name="T16" fmla="*/ 335 w 1256"/>
                <a:gd name="T17" fmla="*/ 943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335" y="943"/>
                  </a:moveTo>
                  <a:cubicBezTo>
                    <a:pt x="335" y="607"/>
                    <a:pt x="606" y="335"/>
                    <a:pt x="942" y="335"/>
                  </a:cubicBezTo>
                  <a:cubicBezTo>
                    <a:pt x="1057" y="335"/>
                    <a:pt x="1165" y="367"/>
                    <a:pt x="1256" y="423"/>
                  </a:cubicBezTo>
                  <a:cubicBezTo>
                    <a:pt x="1256" y="54"/>
                    <a:pt x="1256" y="54"/>
                    <a:pt x="1256" y="54"/>
                  </a:cubicBezTo>
                  <a:cubicBezTo>
                    <a:pt x="1158" y="19"/>
                    <a:pt x="1052" y="0"/>
                    <a:pt x="942" y="0"/>
                  </a:cubicBezTo>
                  <a:cubicBezTo>
                    <a:pt x="421" y="0"/>
                    <a:pt x="0" y="422"/>
                    <a:pt x="0" y="943"/>
                  </a:cubicBezTo>
                  <a:cubicBezTo>
                    <a:pt x="0" y="1032"/>
                    <a:pt x="12" y="1119"/>
                    <a:pt x="36" y="1202"/>
                  </a:cubicBezTo>
                  <a:cubicBezTo>
                    <a:pt x="392" y="1202"/>
                    <a:pt x="392" y="1202"/>
                    <a:pt x="392" y="1202"/>
                  </a:cubicBezTo>
                  <a:cubicBezTo>
                    <a:pt x="355" y="1123"/>
                    <a:pt x="335" y="1035"/>
                    <a:pt x="335" y="9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9E31B136-765A-9D3F-93F3-602C546AF0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32" y="1680"/>
              <a:ext cx="2761" cy="2642"/>
            </a:xfrm>
            <a:custGeom>
              <a:avLst/>
              <a:gdLst>
                <a:gd name="T0" fmla="*/ 921 w 1256"/>
                <a:gd name="T1" fmla="*/ 259 h 1202"/>
                <a:gd name="T2" fmla="*/ 314 w 1256"/>
                <a:gd name="T3" fmla="*/ 867 h 1202"/>
                <a:gd name="T4" fmla="*/ 0 w 1256"/>
                <a:gd name="T5" fmla="*/ 779 h 1202"/>
                <a:gd name="T6" fmla="*/ 0 w 1256"/>
                <a:gd name="T7" fmla="*/ 1148 h 1202"/>
                <a:gd name="T8" fmla="*/ 314 w 1256"/>
                <a:gd name="T9" fmla="*/ 1202 h 1202"/>
                <a:gd name="T10" fmla="*/ 1256 w 1256"/>
                <a:gd name="T11" fmla="*/ 259 h 1202"/>
                <a:gd name="T12" fmla="*/ 1220 w 1256"/>
                <a:gd name="T13" fmla="*/ 0 h 1202"/>
                <a:gd name="T14" fmla="*/ 864 w 1256"/>
                <a:gd name="T15" fmla="*/ 0 h 1202"/>
                <a:gd name="T16" fmla="*/ 921 w 1256"/>
                <a:gd name="T17" fmla="*/ 25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6" h="1202">
                  <a:moveTo>
                    <a:pt x="921" y="259"/>
                  </a:moveTo>
                  <a:cubicBezTo>
                    <a:pt x="921" y="595"/>
                    <a:pt x="650" y="867"/>
                    <a:pt x="314" y="867"/>
                  </a:cubicBezTo>
                  <a:cubicBezTo>
                    <a:pt x="199" y="867"/>
                    <a:pt x="91" y="835"/>
                    <a:pt x="0" y="779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98" y="1183"/>
                    <a:pt x="204" y="1202"/>
                    <a:pt x="314" y="1202"/>
                  </a:cubicBezTo>
                  <a:cubicBezTo>
                    <a:pt x="835" y="1202"/>
                    <a:pt x="1256" y="780"/>
                    <a:pt x="1256" y="259"/>
                  </a:cubicBezTo>
                  <a:cubicBezTo>
                    <a:pt x="1256" y="170"/>
                    <a:pt x="1244" y="83"/>
                    <a:pt x="122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901" y="79"/>
                    <a:pt x="921" y="167"/>
                    <a:pt x="921" y="2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1AA26-9367-7B41-82B8-6CF75F6E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8EFBD-3A40-761D-32D8-3890CD0A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B3FD1-C4C4-CD1D-408E-CEDB7880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33975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—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514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7B07378-61DB-D5CE-DD43-413419B6F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515600" cy="276999"/>
          </a:xfrm>
          <a:prstGeom prst="rect">
            <a:avLst/>
          </a:prstGeom>
        </p:spPr>
        <p:txBody>
          <a:bodyPr vert="horz" lIns="0" tIns="0" rIns="91440" bIns="0" rtlCol="0" anchor="t">
            <a:spAutoFit/>
          </a:bodyPr>
          <a:lstStyle/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2AB3D1-FCE5-3D9D-BD11-221154EC3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3981" y="6564432"/>
            <a:ext cx="2743200" cy="138499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r">
              <a:defRPr sz="900">
                <a:solidFill>
                  <a:srgbClr val="E6E6E6"/>
                </a:solidFill>
              </a:defRPr>
            </a:lvl1pPr>
          </a:lstStyle>
          <a:p>
            <a:fld id="{D6BAF5B3-C8C8-4448-AD5D-E4CACBC78DF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A9C381-71E2-A54E-A4B4-3BA2B2D00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2300" y="6570525"/>
            <a:ext cx="4114800" cy="184666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l">
              <a:defRPr sz="1200">
                <a:solidFill>
                  <a:srgbClr val="E6E6E6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5D79C22-2BAE-A499-394F-1881D9911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" y="6570525"/>
            <a:ext cx="1806575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1200">
                <a:solidFill>
                  <a:srgbClr val="E6E6E6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69C76-23D8-5E39-E668-526E0618DD4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71883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89" r:id="rId2"/>
    <p:sldLayoutId id="2147483653" r:id="rId3"/>
    <p:sldLayoutId id="2147483717" r:id="rId4"/>
    <p:sldLayoutId id="2147483654" r:id="rId5"/>
    <p:sldLayoutId id="2147483657" r:id="rId6"/>
    <p:sldLayoutId id="2147483764" r:id="rId7"/>
    <p:sldLayoutId id="2147483687" r:id="rId8"/>
    <p:sldLayoutId id="2147483691" r:id="rId9"/>
    <p:sldLayoutId id="2147483656" r:id="rId10"/>
    <p:sldLayoutId id="2147483660" r:id="rId11"/>
    <p:sldLayoutId id="2147483658" r:id="rId12"/>
    <p:sldLayoutId id="2147483661" r:id="rId13"/>
    <p:sldLayoutId id="2147483763" r:id="rId14"/>
    <p:sldLayoutId id="2147483662" r:id="rId15"/>
    <p:sldLayoutId id="2147483664" r:id="rId16"/>
    <p:sldLayoutId id="2147483665" r:id="rId17"/>
    <p:sldLayoutId id="2147483669" r:id="rId18"/>
    <p:sldLayoutId id="2147483663" r:id="rId19"/>
    <p:sldLayoutId id="2147483666" r:id="rId20"/>
    <p:sldLayoutId id="2147483667" r:id="rId21"/>
    <p:sldLayoutId id="2147483716" r:id="rId22"/>
    <p:sldLayoutId id="2147483668" r:id="rId23"/>
    <p:sldLayoutId id="2147483671" r:id="rId24"/>
    <p:sldLayoutId id="2147483672" r:id="rId25"/>
    <p:sldLayoutId id="2147483651" r:id="rId26"/>
    <p:sldLayoutId id="2147483696" r:id="rId27"/>
    <p:sldLayoutId id="2147483650" r:id="rId28"/>
    <p:sldLayoutId id="2147483670" r:id="rId29"/>
    <p:sldLayoutId id="2147483721" r:id="rId30"/>
    <p:sldLayoutId id="2147483704" r:id="rId31"/>
    <p:sldLayoutId id="2147483676" r:id="rId32"/>
    <p:sldLayoutId id="2147483693" r:id="rId33"/>
    <p:sldLayoutId id="2147483711" r:id="rId34"/>
    <p:sldLayoutId id="2147483688" r:id="rId35"/>
    <p:sldLayoutId id="2147483690" r:id="rId36"/>
    <p:sldLayoutId id="2147483724" r:id="rId37"/>
    <p:sldLayoutId id="2147483723" r:id="rId38"/>
    <p:sldLayoutId id="2147483715" r:id="rId39"/>
    <p:sldLayoutId id="2147483675" r:id="rId4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85" userDrawn="1">
          <p15:clr>
            <a:srgbClr val="F26B43"/>
          </p15:clr>
        </p15:guide>
        <p15:guide id="2" pos="3696" userDrawn="1">
          <p15:clr>
            <a:srgbClr val="F26B43"/>
          </p15:clr>
        </p15:guide>
        <p15:guide id="7" orient="horz" pos="4048" userDrawn="1">
          <p15:clr>
            <a:srgbClr val="F26B43"/>
          </p15:clr>
        </p15:guide>
        <p15:guide id="9" pos="283" userDrawn="1">
          <p15:clr>
            <a:srgbClr val="F26B43"/>
          </p15:clr>
        </p15:guide>
        <p15:guide id="10" pos="568" userDrawn="1">
          <p15:clr>
            <a:srgbClr val="F26B43"/>
          </p15:clr>
        </p15:guide>
        <p15:guide id="11" pos="854" userDrawn="1">
          <p15:clr>
            <a:srgbClr val="F26B43"/>
          </p15:clr>
        </p15:guide>
        <p15:guide id="12" pos="1138" userDrawn="1">
          <p15:clr>
            <a:srgbClr val="F26B43"/>
          </p15:clr>
        </p15:guide>
        <p15:guide id="13" pos="1421" userDrawn="1">
          <p15:clr>
            <a:srgbClr val="F26B43"/>
          </p15:clr>
        </p15:guide>
        <p15:guide id="14" pos="1706" userDrawn="1">
          <p15:clr>
            <a:srgbClr val="F26B43"/>
          </p15:clr>
        </p15:guide>
        <p15:guide id="15" pos="1992" userDrawn="1">
          <p15:clr>
            <a:srgbClr val="F26B43"/>
          </p15:clr>
        </p15:guide>
        <p15:guide id="16" pos="2275" userDrawn="1">
          <p15:clr>
            <a:srgbClr val="F26B43"/>
          </p15:clr>
        </p15:guide>
        <p15:guide id="17" pos="2558" userDrawn="1">
          <p15:clr>
            <a:srgbClr val="F26B43"/>
          </p15:clr>
        </p15:guide>
        <p15:guide id="18" pos="2842" userDrawn="1">
          <p15:clr>
            <a:srgbClr val="F26B43"/>
          </p15:clr>
        </p15:guide>
        <p15:guide id="19" pos="3126" userDrawn="1">
          <p15:clr>
            <a:srgbClr val="F26B43"/>
          </p15:clr>
        </p15:guide>
        <p15:guide id="20" pos="3413" userDrawn="1">
          <p15:clr>
            <a:srgbClr val="F26B43"/>
          </p15:clr>
        </p15:guide>
        <p15:guide id="21" pos="3979" userDrawn="1">
          <p15:clr>
            <a:srgbClr val="F26B43"/>
          </p15:clr>
        </p15:guide>
        <p15:guide id="22" pos="4262" userDrawn="1">
          <p15:clr>
            <a:srgbClr val="F26B43"/>
          </p15:clr>
        </p15:guide>
        <p15:guide id="23" pos="4550" userDrawn="1">
          <p15:clr>
            <a:srgbClr val="F26B43"/>
          </p15:clr>
        </p15:guide>
        <p15:guide id="24" pos="4834" userDrawn="1">
          <p15:clr>
            <a:srgbClr val="F26B43"/>
          </p15:clr>
        </p15:guide>
        <p15:guide id="25" pos="5117" userDrawn="1">
          <p15:clr>
            <a:srgbClr val="F26B43"/>
          </p15:clr>
        </p15:guide>
        <p15:guide id="26" pos="5400" userDrawn="1">
          <p15:clr>
            <a:srgbClr val="F26B43"/>
          </p15:clr>
        </p15:guide>
        <p15:guide id="27" pos="5688" userDrawn="1">
          <p15:clr>
            <a:srgbClr val="F26B43"/>
          </p15:clr>
        </p15:guide>
        <p15:guide id="28" pos="5971" userDrawn="1">
          <p15:clr>
            <a:srgbClr val="F26B43"/>
          </p15:clr>
        </p15:guide>
        <p15:guide id="29" pos="6538" userDrawn="1">
          <p15:clr>
            <a:srgbClr val="F26B43"/>
          </p15:clr>
        </p15:guide>
        <p15:guide id="30" pos="6821" userDrawn="1">
          <p15:clr>
            <a:srgbClr val="F26B43"/>
          </p15:clr>
        </p15:guide>
        <p15:guide id="31" pos="7109" userDrawn="1">
          <p15:clr>
            <a:srgbClr val="F26B43"/>
          </p15:clr>
        </p15:guide>
        <p15:guide id="32" pos="7392" userDrawn="1">
          <p15:clr>
            <a:srgbClr val="F26B43"/>
          </p15:clr>
        </p15:guide>
        <p15:guide id="34" orient="horz" pos="269" userDrawn="1">
          <p15:clr>
            <a:srgbClr val="F26B43"/>
          </p15:clr>
        </p15:guide>
        <p15:guide id="35" orient="horz" pos="538" userDrawn="1">
          <p15:clr>
            <a:srgbClr val="F26B43"/>
          </p15:clr>
        </p15:guide>
        <p15:guide id="36" orient="horz" pos="806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349" userDrawn="1">
          <p15:clr>
            <a:srgbClr val="F26B43"/>
          </p15:clr>
        </p15:guide>
        <p15:guide id="39" orient="horz" pos="1618" userDrawn="1">
          <p15:clr>
            <a:srgbClr val="F26B43"/>
          </p15:clr>
        </p15:guide>
        <p15:guide id="40" orient="horz" pos="1886" userDrawn="1">
          <p15:clr>
            <a:srgbClr val="F26B43"/>
          </p15:clr>
        </p15:guide>
        <p15:guide id="41" orient="horz" pos="2429" userDrawn="1">
          <p15:clr>
            <a:srgbClr val="F26B43"/>
          </p15:clr>
        </p15:guide>
        <p15:guide id="42" orient="horz" pos="2698" userDrawn="1">
          <p15:clr>
            <a:srgbClr val="F26B43"/>
          </p15:clr>
        </p15:guide>
        <p15:guide id="43" orient="horz" pos="2966" userDrawn="1">
          <p15:clr>
            <a:srgbClr val="F26B43"/>
          </p15:clr>
        </p15:guide>
        <p15:guide id="44" orient="horz" pos="3235" userDrawn="1">
          <p15:clr>
            <a:srgbClr val="F26B43"/>
          </p15:clr>
        </p15:guide>
        <p15:guide id="45" orient="horz" pos="3487" userDrawn="1">
          <p15:clr>
            <a:srgbClr val="F26B43"/>
          </p15:clr>
        </p15:guide>
        <p15:guide id="46" orient="horz" pos="3778" userDrawn="1">
          <p15:clr>
            <a:srgbClr val="F26B43"/>
          </p15:clr>
        </p15:guide>
        <p15:guide id="47" orient="horz" pos="4320" userDrawn="1">
          <p15:clr>
            <a:srgbClr val="F26B43"/>
          </p15:clr>
        </p15:guide>
        <p15:guide id="48" pos="6254" userDrawn="1">
          <p15:clr>
            <a:srgbClr val="F26B43"/>
          </p15:clr>
        </p15:guide>
        <p15:guide id="4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7">
            <a:extLst>
              <a:ext uri="{FF2B5EF4-FFF2-40B4-BE49-F238E27FC236}">
                <a16:creationId xmlns:a16="http://schemas.microsoft.com/office/drawing/2014/main" id="{8B6BEEE7-107A-DECB-9190-F0CE30C3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759" y="4126783"/>
            <a:ext cx="6871466" cy="1354217"/>
          </a:xfrm>
        </p:spPr>
        <p:txBody>
          <a:bodyPr/>
          <a:lstStyle/>
          <a:p>
            <a:r>
              <a:rPr lang="fr-FR" sz="4800" dirty="0"/>
              <a:t>Analyse des comptes communes</a:t>
            </a:r>
            <a:br>
              <a:rPr lang="fr-FR" sz="4800" dirty="0"/>
            </a:br>
            <a:r>
              <a:rPr lang="fr-FR" sz="4800" dirty="0">
                <a:solidFill>
                  <a:schemeClr val="accent1"/>
                </a:solidFill>
              </a:rPr>
              <a:t>françaises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A4BE0-A610-8D57-346C-CB6F23CF91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— 22/06/2026</a:t>
            </a:r>
          </a:p>
        </p:txBody>
      </p:sp>
    </p:spTree>
    <p:extLst>
      <p:ext uri="{BB962C8B-B14F-4D97-AF65-F5344CB8AC3E}">
        <p14:creationId xmlns:p14="http://schemas.microsoft.com/office/powerpoint/2010/main" val="53241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933D52F4-0DFF-C30E-9E67-3ADDF00252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1989" y="621269"/>
            <a:ext cx="1562638" cy="701731"/>
          </a:xfrm>
        </p:spPr>
        <p:txBody>
          <a:bodyPr/>
          <a:lstStyle/>
          <a:p>
            <a:r>
              <a:rPr lang="fr-FR" sz="4400"/>
              <a:t>01.</a:t>
            </a:r>
          </a:p>
        </p:txBody>
      </p:sp>
      <p:sp>
        <p:nvSpPr>
          <p:cNvPr id="39" name="Espace réservé du texte 38">
            <a:extLst>
              <a:ext uri="{FF2B5EF4-FFF2-40B4-BE49-F238E27FC236}">
                <a16:creationId xmlns:a16="http://schemas.microsoft.com/office/drawing/2014/main" id="{E4C7EDB5-ABF2-2B64-80A3-8FA990651B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9441" y="717352"/>
            <a:ext cx="5986084" cy="571951"/>
          </a:xfrm>
        </p:spPr>
        <p:txBody>
          <a:bodyPr/>
          <a:lstStyle/>
          <a:p>
            <a:r>
              <a:rPr lang="fr-FR" sz="4400" dirty="0"/>
              <a:t>VUE d’ensemble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18888595-5CA6-65AC-1AB9-1376BF8C3D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83362" y="1464047"/>
            <a:ext cx="1562638" cy="701731"/>
          </a:xfrm>
        </p:spPr>
        <p:txBody>
          <a:bodyPr/>
          <a:lstStyle/>
          <a:p>
            <a:r>
              <a:rPr lang="fr-FR" sz="4400"/>
              <a:t>02.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92FBD66-BC9A-30E3-9A47-7265B06430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3139" y="1576661"/>
            <a:ext cx="6331282" cy="1045927"/>
          </a:xfrm>
        </p:spPr>
        <p:txBody>
          <a:bodyPr/>
          <a:lstStyle/>
          <a:p>
            <a:r>
              <a:rPr lang="fr-FR" sz="4400" dirty="0"/>
              <a:t>Le rôle de l’état : le bouclier social</a:t>
            </a:r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7C3CFF63-D509-8920-4E5C-A864085DD8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99280" y="2706838"/>
            <a:ext cx="1562638" cy="701731"/>
          </a:xfrm>
        </p:spPr>
        <p:txBody>
          <a:bodyPr/>
          <a:lstStyle/>
          <a:p>
            <a:r>
              <a:rPr lang="fr-FR" sz="4400" dirty="0"/>
              <a:t>03.</a:t>
            </a:r>
          </a:p>
        </p:txBody>
      </p:sp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EFFE077B-CAFE-B23F-2507-952A99482D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16023" y="2829427"/>
            <a:ext cx="6822910" cy="571951"/>
          </a:xfrm>
        </p:spPr>
        <p:txBody>
          <a:bodyPr/>
          <a:lstStyle/>
          <a:p>
            <a:r>
              <a:rPr lang="fr-FR" sz="4400" dirty="0"/>
              <a:t>CONCLUSION </a:t>
            </a:r>
          </a:p>
        </p:txBody>
      </p:sp>
      <p:sp>
        <p:nvSpPr>
          <p:cNvPr id="4" name="Espace réservé du pied de page 6">
            <a:extLst>
              <a:ext uri="{FF2B5EF4-FFF2-40B4-BE49-F238E27FC236}">
                <a16:creationId xmlns:a16="http://schemas.microsoft.com/office/drawing/2014/main" id="{76F17123-577B-298B-1849-B3593269DE04}"/>
              </a:ext>
            </a:extLst>
          </p:cNvPr>
          <p:cNvSpPr txBox="1">
            <a:spLocks/>
          </p:cNvSpPr>
          <p:nvPr/>
        </p:nvSpPr>
        <p:spPr>
          <a:xfrm>
            <a:off x="6111125" y="6559785"/>
            <a:ext cx="4114800" cy="2449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70000"/>
              </a:lnSpc>
              <a:spcBef>
                <a:spcPts val="0"/>
              </a:spcBef>
              <a:buFont typeface="Wingdings" panose="05000000000000000000" pitchFamily="2" charset="2"/>
              <a:buNone/>
              <a:defRPr sz="8000" kern="1200" cap="all" baseline="0">
                <a:solidFill>
                  <a:srgbClr val="C8C8C8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8231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6">
            <a:extLst>
              <a:ext uri="{FF2B5EF4-FFF2-40B4-BE49-F238E27FC236}">
                <a16:creationId xmlns:a16="http://schemas.microsoft.com/office/drawing/2014/main" id="{22326F7B-A696-DD51-4E8B-C4F217EE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568" y="4386065"/>
            <a:ext cx="8391432" cy="643253"/>
          </a:xfrm>
        </p:spPr>
        <p:txBody>
          <a:bodyPr/>
          <a:lstStyle/>
          <a:p>
            <a:r>
              <a:rPr lang="fr-FR" sz="6600" dirty="0">
                <a:solidFill>
                  <a:schemeClr val="bg1"/>
                </a:solidFill>
              </a:rPr>
              <a:t>VUE d’ensemble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0AD2236E-D35B-65E4-6C5D-627D45CDE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8000" y="-41637"/>
            <a:ext cx="2218750" cy="2169825"/>
          </a:xfrm>
        </p:spPr>
        <p:txBody>
          <a:bodyPr/>
          <a:lstStyle/>
          <a:p>
            <a:r>
              <a:rPr lang="fr-FR"/>
              <a:t>01</a:t>
            </a:r>
          </a:p>
        </p:txBody>
      </p:sp>
      <p:sp>
        <p:nvSpPr>
          <p:cNvPr id="4" name="Espace réservé du pied de page 6">
            <a:extLst>
              <a:ext uri="{FF2B5EF4-FFF2-40B4-BE49-F238E27FC236}">
                <a16:creationId xmlns:a16="http://schemas.microsoft.com/office/drawing/2014/main" id="{B50439B1-7720-5827-AF94-A73774597C5E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595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B6AE-BC51-1670-FFA9-C5ECF305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41087F9-948F-4CA0-AC57-FD73E6849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810874" cy="246221"/>
          </a:xfrm>
        </p:spPr>
        <p:txBody>
          <a:bodyPr/>
          <a:lstStyle/>
          <a:p>
            <a:r>
              <a:rPr lang="fr-FR" dirty="0"/>
              <a:t>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6E11A9-C1B9-8294-EFBC-B4467B45E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10810862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FR"/>
              <a:t>— DÉFINITION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5507D7F-1BDA-76E3-6021-24D3086851E4}"/>
              </a:ext>
            </a:extLst>
          </p:cNvPr>
          <p:cNvSpPr txBox="1"/>
          <p:nvPr/>
        </p:nvSpPr>
        <p:spPr>
          <a:xfrm>
            <a:off x="750000" y="1470197"/>
            <a:ext cx="10612267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L'OFGL est l'organisme officiel qui centralise et audite les comptes des collectivités. Ce jeu de données contient la situation financière sur l’exercice 2022.</a:t>
            </a:r>
            <a:endParaRPr lang="en-US" sz="16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2C33D992-4F89-6E18-663B-DC14E43A0D40}"/>
              </a:ext>
            </a:extLst>
          </p:cNvPr>
          <p:cNvSpPr txBox="1"/>
          <p:nvPr/>
        </p:nvSpPr>
        <p:spPr>
          <a:xfrm>
            <a:off x="750000" y="1076020"/>
            <a:ext cx="6271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Qu’est-ce que l’OFGL et ce jeu de données ?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0A1B4EC-B6BD-14BE-AF60-3BC89B1B9B26}"/>
              </a:ext>
            </a:extLst>
          </p:cNvPr>
          <p:cNvSpPr txBox="1"/>
          <p:nvPr/>
        </p:nvSpPr>
        <p:spPr>
          <a:xfrm>
            <a:off x="750000" y="2113489"/>
            <a:ext cx="804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Quel est le périmètre de notre analyse ? (Périmètre d'étude)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DC91A01-573F-8443-817B-D35EA6775FA9}"/>
              </a:ext>
            </a:extLst>
          </p:cNvPr>
          <p:cNvSpPr txBox="1"/>
          <p:nvPr/>
        </p:nvSpPr>
        <p:spPr>
          <a:xfrm>
            <a:off x="750000" y="2555119"/>
            <a:ext cx="11647503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b="1" dirty="0"/>
              <a:t>34 932 communes </a:t>
            </a:r>
            <a:r>
              <a:rPr lang="fr-FR" sz="1600" dirty="0"/>
              <a:t>analysées (l’entièreté du territoire national)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18 variables étudiées, regroupées par thématiques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Indicateurs financiers (normalisés en euros par habitant)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0997B74-422C-5442-ADE2-758A3486D97A}"/>
              </a:ext>
            </a:extLst>
          </p:cNvPr>
          <p:cNvSpPr txBox="1"/>
          <p:nvPr/>
        </p:nvSpPr>
        <p:spPr>
          <a:xfrm>
            <a:off x="745321" y="3597466"/>
            <a:ext cx="9397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Quelle est la problématique centrale de notre étude ?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A6310D2-4138-086B-C1DA-207E763112DB}"/>
              </a:ext>
            </a:extLst>
          </p:cNvPr>
          <p:cNvSpPr txBox="1"/>
          <p:nvPr/>
        </p:nvSpPr>
        <p:spPr>
          <a:xfrm>
            <a:off x="745321" y="4026395"/>
            <a:ext cx="9292679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La France étant l'un des pays les plus taxés au monde, comment cet argent est-il redistribué à l'échelle de nos communes pour corriger les inégalités de richesse ?</a:t>
            </a:r>
            <a:endParaRPr lang="en-US" sz="1600" dirty="0"/>
          </a:p>
        </p:txBody>
      </p:sp>
      <p:sp>
        <p:nvSpPr>
          <p:cNvPr id="12" name="Espace réservé du pied de page 6">
            <a:extLst>
              <a:ext uri="{FF2B5EF4-FFF2-40B4-BE49-F238E27FC236}">
                <a16:creationId xmlns:a16="http://schemas.microsoft.com/office/drawing/2014/main" id="{BAC0E211-5606-3A70-8102-20307E32089B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/>
              <a:t>3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20475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E6898-0BC8-C4E2-2AEC-99CBCCDD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77AFBFA-80EF-7290-7659-33888376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810874" cy="246221"/>
          </a:xfrm>
        </p:spPr>
        <p:txBody>
          <a:bodyPr/>
          <a:lstStyle/>
          <a:p>
            <a:r>
              <a:rPr lang="fr-FR" dirty="0"/>
              <a:t>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F9E574-F41E-5ED3-83DD-02C1B14D9C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— Dictionnaire des variables Utilisées</a:t>
            </a:r>
          </a:p>
        </p:txBody>
      </p:sp>
      <p:sp>
        <p:nvSpPr>
          <p:cNvPr id="14" name="Espace réservé du pied de page 6">
            <a:extLst>
              <a:ext uri="{FF2B5EF4-FFF2-40B4-BE49-F238E27FC236}">
                <a16:creationId xmlns:a16="http://schemas.microsoft.com/office/drawing/2014/main" id="{7FE5705D-4B61-8F08-AB37-EFC08FBE02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11125" y="6559785"/>
            <a:ext cx="4114800" cy="215444"/>
          </a:xfrm>
        </p:spPr>
        <p:txBody>
          <a:bodyPr/>
          <a:lstStyle/>
          <a:p>
            <a:r>
              <a:rPr lang="fr-FR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6E44417-F4EA-446A-3D6F-F3577C213E6C}"/>
              </a:ext>
            </a:extLst>
          </p:cNvPr>
          <p:cNvSpPr txBox="1"/>
          <p:nvPr/>
        </p:nvSpPr>
        <p:spPr>
          <a:xfrm>
            <a:off x="750000" y="962943"/>
            <a:ext cx="11060999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Source : </a:t>
            </a:r>
            <a:r>
              <a:rPr lang="fr-FR" sz="1600" dirty="0"/>
              <a:t> Observatoire des Finances et de la Gestion publique Locales (OFGL)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Exemples de variables utilisées pour l’analyse, couvrant 4 grands types d’informations :</a:t>
            </a:r>
            <a:endParaRPr lang="en-US" sz="1600" dirty="0"/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4A7B6BB8-1F84-6CCF-1E25-FF0BA86E7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48053"/>
              </p:ext>
            </p:extLst>
          </p:nvPr>
        </p:nvGraphicFramePr>
        <p:xfrm>
          <a:off x="6176138" y="1668950"/>
          <a:ext cx="5207000" cy="205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64164320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578043769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92183361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Variable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Thématique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Définition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713967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58091F92-E95B-AB22-3FFE-CD96DC518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207811"/>
              </p:ext>
            </p:extLst>
          </p:nvPr>
        </p:nvGraphicFramePr>
        <p:xfrm>
          <a:off x="741517" y="1668949"/>
          <a:ext cx="5207000" cy="205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64164320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578043769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92183361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Variable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Thématique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Définition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713967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999E58CD-401F-F0E1-111E-4E385DB3D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61998"/>
              </p:ext>
            </p:extLst>
          </p:nvPr>
        </p:nvGraphicFramePr>
        <p:xfrm>
          <a:off x="898524" y="1953920"/>
          <a:ext cx="5206999" cy="21313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211">
                  <a:extLst>
                    <a:ext uri="{9D8B030D-6E8A-4147-A177-3AD203B41FA5}">
                      <a16:colId xmlns:a16="http://schemas.microsoft.com/office/drawing/2014/main" val="2900874118"/>
                    </a:ext>
                  </a:extLst>
                </a:gridCol>
                <a:gridCol w="1572344">
                  <a:extLst>
                    <a:ext uri="{9D8B030D-6E8A-4147-A177-3AD203B41FA5}">
                      <a16:colId xmlns:a16="http://schemas.microsoft.com/office/drawing/2014/main" val="2094845816"/>
                    </a:ext>
                  </a:extLst>
                </a:gridCol>
                <a:gridCol w="2114444">
                  <a:extLst>
                    <a:ext uri="{9D8B030D-6E8A-4147-A177-3AD203B41FA5}">
                      <a16:colId xmlns:a16="http://schemas.microsoft.com/office/drawing/2014/main" val="391617304"/>
                    </a:ext>
                  </a:extLst>
                </a:gridCol>
              </a:tblGrid>
              <a:tr h="6501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Code Commune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Informations Géographiques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Code INSEE unique permettant d'identifier la commune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1613160"/>
                  </a:ext>
                </a:extLst>
              </a:tr>
              <a:tr h="5677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Nom Commune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Nom officiel de la commune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7564189"/>
                  </a:ext>
                </a:extLst>
              </a:tr>
              <a:tr h="5494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Département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Département administratif d'appartenance de la commune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0234725"/>
                  </a:ext>
                </a:extLst>
              </a:tr>
              <a:tr h="36401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Région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Région administrative de rattachement de la commune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MBLZ Bold" panose="020B060402020202020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6126357"/>
                  </a:ext>
                </a:extLst>
              </a:tr>
            </a:tbl>
          </a:graphicData>
        </a:graphic>
      </p:graphicFrame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4EB803DD-8E65-03E4-77CF-907829A5A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099977"/>
              </p:ext>
            </p:extLst>
          </p:nvPr>
        </p:nvGraphicFramePr>
        <p:xfrm>
          <a:off x="6298353" y="1944088"/>
          <a:ext cx="5206999" cy="2141220"/>
        </p:xfrm>
        <a:graphic>
          <a:graphicData uri="http://schemas.openxmlformats.org/drawingml/2006/table">
            <a:tbl>
              <a:tblPr/>
              <a:tblGrid>
                <a:gridCol w="1409630">
                  <a:extLst>
                    <a:ext uri="{9D8B030D-6E8A-4147-A177-3AD203B41FA5}">
                      <a16:colId xmlns:a16="http://schemas.microsoft.com/office/drawing/2014/main" val="3894358141"/>
                    </a:ext>
                  </a:extLst>
                </a:gridCol>
                <a:gridCol w="1682925">
                  <a:extLst>
                    <a:ext uri="{9D8B030D-6E8A-4147-A177-3AD203B41FA5}">
                      <a16:colId xmlns:a16="http://schemas.microsoft.com/office/drawing/2014/main" val="2797917791"/>
                    </a:ext>
                  </a:extLst>
                </a:gridCol>
                <a:gridCol w="2114444">
                  <a:extLst>
                    <a:ext uri="{9D8B030D-6E8A-4147-A177-3AD203B41FA5}">
                      <a16:colId xmlns:a16="http://schemas.microsoft.com/office/drawing/2014/main" val="2684409858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Recettes de fonctionnement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Budget au Quotidien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Total des revenus courants générés par la commune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27849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Dépenses de fonctionnement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Total des charges de gestion quotidienne nécessaires à la vie de la commune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495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Frais de personnel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Masse salariale consacrée à la rémunération des agents et employés municipaux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96023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Epargne brute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Cagnotte restante une fois les dépenses de fonctionnement payées par les recettes courant.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881204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55B431D5-9F4B-B99F-92FC-6528B5E71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565555"/>
              </p:ext>
            </p:extLst>
          </p:nvPr>
        </p:nvGraphicFramePr>
        <p:xfrm>
          <a:off x="898524" y="4085308"/>
          <a:ext cx="5197476" cy="2222239"/>
        </p:xfrm>
        <a:graphic>
          <a:graphicData uri="http://schemas.openxmlformats.org/drawingml/2006/table">
            <a:tbl>
              <a:tblPr/>
              <a:tblGrid>
                <a:gridCol w="1530044">
                  <a:extLst>
                    <a:ext uri="{9D8B030D-6E8A-4147-A177-3AD203B41FA5}">
                      <a16:colId xmlns:a16="http://schemas.microsoft.com/office/drawing/2014/main" val="197903090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1179745553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802207574"/>
                    </a:ext>
                  </a:extLst>
                </a:gridCol>
              </a:tblGrid>
              <a:tr h="4398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Population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Caractéristiques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Population municipale réelle (résidents permanents)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051580"/>
                  </a:ext>
                </a:extLst>
              </a:tr>
              <a:tr h="31133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Strate Population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Catégorie de taille de la commune (de 0 à 10)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50796"/>
                  </a:ext>
                </a:extLst>
              </a:tr>
              <a:tr h="4398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Commune Rurale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Indique si la commune appartient ou non à une zone rurale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282"/>
                  </a:ext>
                </a:extLst>
              </a:tr>
              <a:tr h="5598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Commune Montagne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Indique si la commune appartient ou non à une zone montagneuse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386875"/>
                  </a:ext>
                </a:extLst>
              </a:tr>
              <a:tr h="4398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Commune Touristique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Indique si la commune appartient ou non à une zone touristique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69164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ED55299-4F26-5EBA-000D-6E793CEC1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673902"/>
              </p:ext>
            </p:extLst>
          </p:nvPr>
        </p:nvGraphicFramePr>
        <p:xfrm>
          <a:off x="6298353" y="4052969"/>
          <a:ext cx="5207000" cy="2256543"/>
        </p:xfrm>
        <a:graphic>
          <a:graphicData uri="http://schemas.openxmlformats.org/drawingml/2006/table">
            <a:tbl>
              <a:tblPr/>
              <a:tblGrid>
                <a:gridCol w="1419970">
                  <a:extLst>
                    <a:ext uri="{9D8B030D-6E8A-4147-A177-3AD203B41FA5}">
                      <a16:colId xmlns:a16="http://schemas.microsoft.com/office/drawing/2014/main" val="2573085247"/>
                    </a:ext>
                  </a:extLst>
                </a:gridCol>
                <a:gridCol w="1661651">
                  <a:extLst>
                    <a:ext uri="{9D8B030D-6E8A-4147-A177-3AD203B41FA5}">
                      <a16:colId xmlns:a16="http://schemas.microsoft.com/office/drawing/2014/main" val="987403578"/>
                    </a:ext>
                  </a:extLst>
                </a:gridCol>
                <a:gridCol w="2125379">
                  <a:extLst>
                    <a:ext uri="{9D8B030D-6E8A-4147-A177-3AD203B41FA5}">
                      <a16:colId xmlns:a16="http://schemas.microsoft.com/office/drawing/2014/main" val="2967916890"/>
                    </a:ext>
                  </a:extLst>
                </a:gridCol>
              </a:tblGrid>
              <a:tr h="4824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Dépenses d'équipement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Investissements et Financements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B3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Argent injecté dans les grands chantiers et travaux neufs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557146"/>
                  </a:ext>
                </a:extLst>
              </a:tr>
              <a:tr h="64086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Encours de Dette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Dette bancaire totale accumulée par la commune qu'il lui reste à rembourser auprès des établissements de crédit.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099945"/>
                  </a:ext>
                </a:extLst>
              </a:tr>
              <a:tr h="4686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Dotation de l'État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Aide financière versée par l'État pour soutenir le budget local.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076837"/>
                  </a:ext>
                </a:extLst>
              </a:tr>
              <a:tr h="5991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Impôts Locaux (par habitant)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BLZ Bold" panose="020B0604020202020204" charset="0"/>
                        </a:rPr>
                        <a:t>Taxes directes récoltées sur la commune auprès des ménages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05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63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B8D1-C89B-565D-6F28-302EC3FB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3205566-6DF7-69CF-2BF0-D1781F8E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2717709" cy="246221"/>
          </a:xfrm>
        </p:spPr>
        <p:txBody>
          <a:bodyPr vert="horz" lIns="0" tIns="0" rIns="91440" bIns="0" rtlCol="0" anchor="t">
            <a:normAutofit/>
          </a:bodyPr>
          <a:lstStyle/>
          <a:p>
            <a:r>
              <a:rPr lang="fr-FR" dirty="0"/>
              <a:t>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68DB0C-449C-5D54-A0A7-BE612F75E5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2717706" cy="246221"/>
          </a:xfrm>
        </p:spPr>
        <p:txBody>
          <a:bodyPr wrap="square" lIns="0" tIns="0" rIns="0" bIns="0">
            <a:normAutofit/>
          </a:bodyPr>
          <a:lstStyle/>
          <a:p>
            <a:pPr>
              <a:spcAft>
                <a:spcPts val="600"/>
              </a:spcAft>
            </a:pPr>
            <a:r>
              <a:rPr lang="fr-FR" kern="1200" cap="all" baseline="0" dirty="0">
                <a:latin typeface="+mj-lt"/>
                <a:ea typeface="+mn-ea"/>
                <a:cs typeface="+mn-cs"/>
              </a:rPr>
              <a:t>— DATA QUALITY CHECK</a:t>
            </a:r>
          </a:p>
        </p:txBody>
      </p:sp>
      <p:graphicFrame>
        <p:nvGraphicFramePr>
          <p:cNvPr id="16" name="ZoneTexte 5">
            <a:extLst>
              <a:ext uri="{FF2B5EF4-FFF2-40B4-BE49-F238E27FC236}">
                <a16:creationId xmlns:a16="http://schemas.microsoft.com/office/drawing/2014/main" id="{999E8CD5-352C-EBC2-C686-737893CE3B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1777809"/>
              </p:ext>
            </p:extLst>
          </p:nvPr>
        </p:nvGraphicFramePr>
        <p:xfrm>
          <a:off x="901700" y="1279525"/>
          <a:ext cx="10833100" cy="4714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pied de page 6">
            <a:extLst>
              <a:ext uri="{FF2B5EF4-FFF2-40B4-BE49-F238E27FC236}">
                <a16:creationId xmlns:a16="http://schemas.microsoft.com/office/drawing/2014/main" id="{751EEC2F-A83E-58CC-BF43-87E873763F81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43817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8362F-EBE7-7EA8-D6B8-AFD755AE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6">
            <a:extLst>
              <a:ext uri="{FF2B5EF4-FFF2-40B4-BE49-F238E27FC236}">
                <a16:creationId xmlns:a16="http://schemas.microsoft.com/office/drawing/2014/main" id="{FEEAE09C-25E2-AB7E-7259-08709313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568" y="4386065"/>
            <a:ext cx="8391432" cy="1252651"/>
          </a:xfrm>
        </p:spPr>
        <p:txBody>
          <a:bodyPr/>
          <a:lstStyle/>
          <a:p>
            <a:r>
              <a:rPr lang="fr-FR" sz="6600" dirty="0">
                <a:solidFill>
                  <a:schemeClr val="bg1"/>
                </a:solidFill>
              </a:rPr>
              <a:t>Le rôle de l’état : le bouclier social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D89F873D-48ED-D932-5E36-E12A4C9D2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8000" y="-41637"/>
            <a:ext cx="2218750" cy="2169825"/>
          </a:xfrm>
        </p:spPr>
        <p:txBody>
          <a:bodyPr/>
          <a:lstStyle/>
          <a:p>
            <a:r>
              <a:rPr lang="fr-FR"/>
              <a:t>02</a:t>
            </a:r>
          </a:p>
        </p:txBody>
      </p:sp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2D7B7C2B-6F7C-4C3E-CF1F-F0C8D1536AA0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2141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0C72-B590-06CD-6454-71A37E66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0501BB3-CBCB-6285-383F-3028340A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810874" cy="246221"/>
          </a:xfrm>
        </p:spPr>
        <p:txBody>
          <a:bodyPr/>
          <a:lstStyle/>
          <a:p>
            <a:r>
              <a:rPr lang="fr-FR" dirty="0"/>
              <a:t>Le rôle de l’état : le bouclier social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39C2FC-7B20-65C4-3399-AC6A94306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— répartition des communes françaises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DCA576D-3DD5-8AFE-33F0-CA1C8B785FF1}"/>
              </a:ext>
            </a:extLst>
          </p:cNvPr>
          <p:cNvSpPr txBox="1"/>
          <p:nvPr/>
        </p:nvSpPr>
        <p:spPr>
          <a:xfrm>
            <a:off x="745321" y="1060060"/>
            <a:ext cx="10638630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dirty="0"/>
              <a:t>En France, la population médiane par commune est d’environ 468 habitants : elle est principalement composée d’une multitude de petites communes et cette fracture démographique crée une inégalité financière. </a:t>
            </a:r>
            <a:endParaRPr lang="en-US" sz="1600" dirty="0"/>
          </a:p>
        </p:txBody>
      </p:sp>
      <p:sp>
        <p:nvSpPr>
          <p:cNvPr id="12" name="Espace réservé du pied de page 6">
            <a:extLst>
              <a:ext uri="{FF2B5EF4-FFF2-40B4-BE49-F238E27FC236}">
                <a16:creationId xmlns:a16="http://schemas.microsoft.com/office/drawing/2014/main" id="{2274652A-0D90-7E2A-EEF5-667431084D4A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7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F563B82-B333-FBB3-4C60-9D3132399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361612"/>
              </p:ext>
            </p:extLst>
          </p:nvPr>
        </p:nvGraphicFramePr>
        <p:xfrm>
          <a:off x="1095170" y="2482579"/>
          <a:ext cx="2410834" cy="33501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0627">
                  <a:extLst>
                    <a:ext uri="{9D8B030D-6E8A-4147-A177-3AD203B41FA5}">
                      <a16:colId xmlns:a16="http://schemas.microsoft.com/office/drawing/2014/main" val="610530041"/>
                    </a:ext>
                  </a:extLst>
                </a:gridCol>
                <a:gridCol w="1160207">
                  <a:extLst>
                    <a:ext uri="{9D8B030D-6E8A-4147-A177-3AD203B41FA5}">
                      <a16:colId xmlns:a16="http://schemas.microsoft.com/office/drawing/2014/main" val="3829037033"/>
                    </a:ext>
                  </a:extLst>
                </a:gridCol>
              </a:tblGrid>
              <a:tr h="487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Strate Population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Pourcentage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74351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0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9,40%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812619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15,35%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87865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27,10%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636813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3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32,21%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47365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4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6,58%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337541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2,85%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532549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3,51%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00330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7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1,58%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65006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1,03%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6147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9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0,26%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182058"/>
                  </a:ext>
                </a:extLst>
              </a:tr>
              <a:tr h="2602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10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0,12%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711900"/>
                  </a:ext>
                </a:extLst>
              </a:tr>
            </a:tbl>
          </a:graphicData>
        </a:graphic>
      </p:graphicFrame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1777162-446F-788D-9DD3-B81789C1C73E}"/>
              </a:ext>
            </a:extLst>
          </p:cNvPr>
          <p:cNvCxnSpPr>
            <a:cxnSpLocks/>
          </p:cNvCxnSpPr>
          <p:nvPr/>
        </p:nvCxnSpPr>
        <p:spPr>
          <a:xfrm flipV="1">
            <a:off x="3645153" y="2969157"/>
            <a:ext cx="0" cy="1028822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A7F67E0-FF17-AF90-5F6C-99BC6845E1AA}"/>
              </a:ext>
            </a:extLst>
          </p:cNvPr>
          <p:cNvCxnSpPr>
            <a:cxnSpLocks/>
          </p:cNvCxnSpPr>
          <p:nvPr/>
        </p:nvCxnSpPr>
        <p:spPr>
          <a:xfrm flipV="1">
            <a:off x="3645153" y="5305669"/>
            <a:ext cx="0" cy="55652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AD4055A-F1ED-049B-D9CB-6DBC29AF7BC1}"/>
              </a:ext>
            </a:extLst>
          </p:cNvPr>
          <p:cNvCxnSpPr>
            <a:cxnSpLocks/>
          </p:cNvCxnSpPr>
          <p:nvPr/>
        </p:nvCxnSpPr>
        <p:spPr>
          <a:xfrm flipV="1">
            <a:off x="3631902" y="4823889"/>
            <a:ext cx="0" cy="47194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E9BF516-BC49-053C-2533-42173797255D}"/>
              </a:ext>
            </a:extLst>
          </p:cNvPr>
          <p:cNvCxnSpPr>
            <a:cxnSpLocks/>
          </p:cNvCxnSpPr>
          <p:nvPr/>
        </p:nvCxnSpPr>
        <p:spPr>
          <a:xfrm flipV="1">
            <a:off x="3631902" y="3997979"/>
            <a:ext cx="13251" cy="825910"/>
          </a:xfrm>
          <a:prstGeom prst="straightConnector1">
            <a:avLst/>
          </a:prstGeom>
          <a:ln w="38100"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A6F4795F-9FA1-CD28-5B9D-16CC4CB61FAE}"/>
              </a:ext>
            </a:extLst>
          </p:cNvPr>
          <p:cNvSpPr txBox="1"/>
          <p:nvPr/>
        </p:nvSpPr>
        <p:spPr>
          <a:xfrm>
            <a:off x="3784304" y="3269270"/>
            <a:ext cx="1756978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sz="1200" i="1" dirty="0">
                <a:solidFill>
                  <a:srgbClr val="00B050"/>
                </a:solidFill>
              </a:rPr>
              <a:t>Les Villages représentent 84 % des communes (0 à </a:t>
            </a:r>
            <a:r>
              <a:rPr lang="fr-FR" sz="1200" i="1">
                <a:solidFill>
                  <a:srgbClr val="00B050"/>
                </a:solidFill>
              </a:rPr>
              <a:t>2k habitants)  </a:t>
            </a:r>
            <a:endParaRPr lang="en-US" sz="1200" i="1" dirty="0">
              <a:solidFill>
                <a:srgbClr val="00B050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8628F69-232D-2713-429D-A559063D37B9}"/>
              </a:ext>
            </a:extLst>
          </p:cNvPr>
          <p:cNvSpPr txBox="1"/>
          <p:nvPr/>
        </p:nvSpPr>
        <p:spPr>
          <a:xfrm>
            <a:off x="3784304" y="4032938"/>
            <a:ext cx="1756978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sz="1200" i="1" dirty="0">
                <a:solidFill>
                  <a:srgbClr val="92D050"/>
                </a:solidFill>
              </a:rPr>
              <a:t>Les Petites Villes représentent 13 % des communes  (2k à 10k habitants)</a:t>
            </a:r>
            <a:endParaRPr lang="en-US" sz="1200" i="1" dirty="0">
              <a:solidFill>
                <a:srgbClr val="92D050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794F98E-880C-390E-8EBB-0FBE8B69BDD2}"/>
              </a:ext>
            </a:extLst>
          </p:cNvPr>
          <p:cNvSpPr txBox="1"/>
          <p:nvPr/>
        </p:nvSpPr>
        <p:spPr>
          <a:xfrm>
            <a:off x="3784303" y="4773593"/>
            <a:ext cx="2297752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sz="1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Les villes Moyennes représentent 2,5 % des communes   ( 10k à 50k habitants)</a:t>
            </a:r>
            <a:endParaRPr lang="en-US" sz="12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758F98-76C9-B8AC-AA96-A790EDA5AB90}"/>
              </a:ext>
            </a:extLst>
          </p:cNvPr>
          <p:cNvSpPr txBox="1"/>
          <p:nvPr/>
        </p:nvSpPr>
        <p:spPr>
          <a:xfrm>
            <a:off x="3784303" y="5328165"/>
            <a:ext cx="2110933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sz="1200" i="1" dirty="0">
                <a:solidFill>
                  <a:srgbClr val="FF0000"/>
                </a:solidFill>
              </a:rPr>
              <a:t>Les Métropoles représentent moins de 1% des communes  (+ de 50k habitants)</a:t>
            </a:r>
            <a:endParaRPr lang="en-US" sz="1200" i="1" dirty="0">
              <a:solidFill>
                <a:srgbClr val="FF0000"/>
              </a:solidFill>
            </a:endParaRP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13D59344-648C-EF16-5D52-55FBC61E0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96" y="2482579"/>
            <a:ext cx="4984394" cy="3874814"/>
          </a:xfrm>
          <a:prstGeom prst="rect">
            <a:avLst/>
          </a:prstGeom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830D99D6-766D-2D89-C1C9-86461473D22B}"/>
              </a:ext>
            </a:extLst>
          </p:cNvPr>
          <p:cNvSpPr txBox="1"/>
          <p:nvPr/>
        </p:nvSpPr>
        <p:spPr>
          <a:xfrm>
            <a:off x="6576822" y="2097864"/>
            <a:ext cx="5132565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sz="1400" i="1" dirty="0"/>
              <a:t>Niveau de vie médian par département en Ile-de-France</a:t>
            </a:r>
            <a:endParaRPr lang="en-US" sz="1200" i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CE7DE05-9A91-2B35-AFF1-37A67A108ECF}"/>
              </a:ext>
            </a:extLst>
          </p:cNvPr>
          <p:cNvSpPr/>
          <p:nvPr/>
        </p:nvSpPr>
        <p:spPr>
          <a:xfrm>
            <a:off x="6390967" y="2056184"/>
            <a:ext cx="4700113" cy="329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CCA9F200-E50B-82DB-9549-42D0DD20E300}"/>
              </a:ext>
            </a:extLst>
          </p:cNvPr>
          <p:cNvSpPr txBox="1"/>
          <p:nvPr/>
        </p:nvSpPr>
        <p:spPr>
          <a:xfrm>
            <a:off x="1005724" y="2104013"/>
            <a:ext cx="5132565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sz="1400" i="1" dirty="0"/>
              <a:t>Concentration démographique des communes françaises</a:t>
            </a:r>
            <a:endParaRPr lang="en-US" sz="1200" i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2E7B80C-3BBD-72EE-E1AE-1238FD5BDF69}"/>
              </a:ext>
            </a:extLst>
          </p:cNvPr>
          <p:cNvSpPr/>
          <p:nvPr/>
        </p:nvSpPr>
        <p:spPr>
          <a:xfrm>
            <a:off x="898525" y="2062333"/>
            <a:ext cx="4700113" cy="329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73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21" grpId="0"/>
      <p:bldP spid="23" grpId="0"/>
      <p:bldP spid="24" grpId="0"/>
      <p:bldP spid="25" grpId="0"/>
      <p:bldP spid="54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6909-B148-66EA-2A62-2C4250AC9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4D9B715-1C1E-80B3-04FA-A281C25D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810874" cy="246221"/>
          </a:xfrm>
        </p:spPr>
        <p:txBody>
          <a:bodyPr/>
          <a:lstStyle/>
          <a:p>
            <a:r>
              <a:rPr lang="fr-FR" dirty="0"/>
              <a:t>Le rôle de l’état : le bouclier social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AD409C-3ABD-7FAF-52C8-9C4E99AE6B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— COMPENSER LA FRACTURE FISCALE</a:t>
            </a:r>
          </a:p>
        </p:txBody>
      </p:sp>
      <p:sp>
        <p:nvSpPr>
          <p:cNvPr id="12" name="Espace réservé du pied de page 6">
            <a:extLst>
              <a:ext uri="{FF2B5EF4-FFF2-40B4-BE49-F238E27FC236}">
                <a16:creationId xmlns:a16="http://schemas.microsoft.com/office/drawing/2014/main" id="{DA70201C-1B11-941A-D399-3E8C87C45FA3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8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13FB7905-369A-EA12-7518-2091E792D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91859"/>
              </p:ext>
            </p:extLst>
          </p:nvPr>
        </p:nvGraphicFramePr>
        <p:xfrm>
          <a:off x="2380430" y="1941436"/>
          <a:ext cx="7175500" cy="20406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1846632425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43454786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13573005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12522607"/>
                    </a:ext>
                  </a:extLst>
                </a:gridCol>
              </a:tblGrid>
              <a:tr h="502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Tranche Revenu (par hab)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Dotation de l'Etat  (par hab)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Impôts Locaux  (par hab)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Dépenses de Fonctionnement  (par hab)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509095"/>
                  </a:ext>
                </a:extLst>
              </a:tr>
              <a:tr h="256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0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359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357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1137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44271"/>
                  </a:ext>
                </a:extLst>
              </a:tr>
              <a:tr h="256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192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339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630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3476059"/>
                  </a:ext>
                </a:extLst>
              </a:tr>
              <a:tr h="256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126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365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634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9996587"/>
                  </a:ext>
                </a:extLst>
              </a:tr>
              <a:tr h="256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84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456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688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82514073"/>
                  </a:ext>
                </a:extLst>
              </a:tr>
              <a:tr h="256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4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67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498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757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64829762"/>
                  </a:ext>
                </a:extLst>
              </a:tr>
              <a:tr h="256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5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49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596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866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27053995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B5A4332D-8A88-533E-F440-7F5C19E08803}"/>
              </a:ext>
            </a:extLst>
          </p:cNvPr>
          <p:cNvSpPr txBox="1"/>
          <p:nvPr/>
        </p:nvSpPr>
        <p:spPr>
          <a:xfrm>
            <a:off x="745321" y="4637873"/>
            <a:ext cx="10638630" cy="123110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La dotation de l'État agit comme un véritable bouclier social : elle est réduite au minimum pour les villes aisées (qui s'autofinancent via les impôts locaux) et augmentée pour les villes populaires.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Ce mécanisme n’efface pas toutes les inégalités, mais il garantit un minimum vital de fonctionnement pour éviter la faillite des communes les plus fragiles.</a:t>
            </a:r>
            <a:endParaRPr lang="en-US" sz="16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A73AE25-9C66-5C21-4E09-54A96E8CBD1E}"/>
              </a:ext>
            </a:extLst>
          </p:cNvPr>
          <p:cNvSpPr txBox="1"/>
          <p:nvPr/>
        </p:nvSpPr>
        <p:spPr>
          <a:xfrm>
            <a:off x="3479515" y="1477299"/>
            <a:ext cx="5555373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sz="1400" i="1" dirty="0"/>
              <a:t>Recettes et dépenses budgétaires selon la richesse des communes</a:t>
            </a:r>
            <a:endParaRPr lang="en-US" sz="1200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F66CB-7C9C-5286-EF2F-A2E35624CDD7}"/>
              </a:ext>
            </a:extLst>
          </p:cNvPr>
          <p:cNvSpPr/>
          <p:nvPr/>
        </p:nvSpPr>
        <p:spPr>
          <a:xfrm>
            <a:off x="3372316" y="1435619"/>
            <a:ext cx="5555373" cy="329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10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BB31D-966E-0CFB-9848-CBCAC6C2B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806D1C2-8F18-F1F6-00DE-AB1C162F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4981449" cy="492443"/>
          </a:xfrm>
        </p:spPr>
        <p:txBody>
          <a:bodyPr/>
          <a:lstStyle/>
          <a:p>
            <a:r>
              <a:rPr lang="fr-FR" dirty="0"/>
              <a:t>Le rôle de l’état : le bouclier social</a:t>
            </a:r>
            <a:br>
              <a:rPr lang="fr-FR" dirty="0"/>
            </a:br>
            <a:endParaRPr lang="fr-FR" dirty="0"/>
          </a:p>
        </p:txBody>
      </p:sp>
      <p:sp>
        <p:nvSpPr>
          <p:cNvPr id="22" name="Titre 2">
            <a:extLst>
              <a:ext uri="{FF2B5EF4-FFF2-40B4-BE49-F238E27FC236}">
                <a16:creationId xmlns:a16="http://schemas.microsoft.com/office/drawing/2014/main" id="{399BD7EB-D9DE-D925-0827-06F921AB5CAE}"/>
              </a:ext>
            </a:extLst>
          </p:cNvPr>
          <p:cNvSpPr txBox="1">
            <a:spLocks/>
          </p:cNvSpPr>
          <p:nvPr/>
        </p:nvSpPr>
        <p:spPr>
          <a:xfrm>
            <a:off x="2098422" y="1549613"/>
            <a:ext cx="2526729" cy="517065"/>
          </a:xfrm>
          <a:prstGeom prst="rect">
            <a:avLst/>
          </a:prstGeom>
        </p:spPr>
        <p:txBody>
          <a:bodyPr vert="horz" wrap="square" lIns="0" tIns="0" rIns="91440" bIns="0" rtlCol="0" anchor="t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sz="2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>
                <a:solidFill>
                  <a:schemeClr val="accent1"/>
                </a:solidFill>
              </a:rPr>
              <a:t>MicroS communes</a:t>
            </a:r>
          </a:p>
          <a:p>
            <a:pPr algn="ctr"/>
            <a:r>
              <a:rPr lang="fr-FR" sz="1400" dirty="0"/>
              <a:t>(VILLES avec les taux de population les plus faibles)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194836A-955B-DF62-8780-BBF9A73E5BF2}"/>
              </a:ext>
            </a:extLst>
          </p:cNvPr>
          <p:cNvCxnSpPr>
            <a:cxnSpLocks/>
          </p:cNvCxnSpPr>
          <p:nvPr/>
        </p:nvCxnSpPr>
        <p:spPr>
          <a:xfrm>
            <a:off x="6096000" y="1549613"/>
            <a:ext cx="11225" cy="2712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e 191">
            <a:extLst>
              <a:ext uri="{FF2B5EF4-FFF2-40B4-BE49-F238E27FC236}">
                <a16:creationId xmlns:a16="http://schemas.microsoft.com/office/drawing/2014/main" id="{F8901714-7FE5-FB22-0615-8042896EFDFF}"/>
              </a:ext>
            </a:extLst>
          </p:cNvPr>
          <p:cNvGrpSpPr/>
          <p:nvPr/>
        </p:nvGrpSpPr>
        <p:grpSpPr>
          <a:xfrm>
            <a:off x="871592" y="2165514"/>
            <a:ext cx="5008384" cy="1846659"/>
            <a:chOff x="871592" y="2420888"/>
            <a:chExt cx="5008384" cy="1846659"/>
          </a:xfrm>
        </p:grpSpPr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79F78CB5-0E7B-60BA-6A5A-84FF39F96B60}"/>
                </a:ext>
              </a:extLst>
            </p:cNvPr>
            <p:cNvSpPr txBox="1"/>
            <p:nvPr/>
          </p:nvSpPr>
          <p:spPr>
            <a:xfrm>
              <a:off x="1415480" y="2420888"/>
              <a:ext cx="4464496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MBLZ" pitchFamily="2" charset="0"/>
                </a:rPr>
                <a:t>Ville : Leménil-Mitry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BLZ" pitchFamily="2" charset="0"/>
                </a:rPr>
                <a:t>Département : Meurthe-et-Moselle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BLZ" pitchFamily="2" charset="0"/>
                </a:rPr>
                <a:t>Région : Grand-Est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BLZ" pitchFamily="2" charset="0"/>
                </a:rPr>
                <a:t>Population : 3 habitants</a:t>
              </a:r>
            </a:p>
            <a:p>
              <a:endParaRPr lang="en-US" sz="1400" dirty="0">
                <a:latin typeface="MBLZ" pitchFamily="2" charset="0"/>
              </a:endParaRPr>
            </a:p>
            <a:p>
              <a:r>
                <a:rPr lang="en-US" sz="1400" b="1" dirty="0">
                  <a:latin typeface="MBLZ" pitchFamily="2" charset="0"/>
                </a:rPr>
                <a:t>Bilan Financier 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MBLZ" pitchFamily="2" charset="0"/>
                </a:rPr>
                <a:t>Dépenses de Fonctionnement  (par hab) </a:t>
              </a:r>
              <a:r>
                <a:rPr lang="en-US" sz="1400" dirty="0">
                  <a:latin typeface="MBLZ" pitchFamily="2" charset="0"/>
                </a:rPr>
                <a:t> : 6560 €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FF0000"/>
                  </a:solidFill>
                  <a:latin typeface="MBLZ" pitchFamily="2" charset="0"/>
                </a:rPr>
                <a:t>Dépense Totale : 19,6 k€ </a:t>
              </a:r>
            </a:p>
          </p:txBody>
        </p:sp>
        <p:grpSp>
          <p:nvGrpSpPr>
            <p:cNvPr id="20" name="Customer_satisfaction5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81191AE8-110C-E6D2-B906-673B69AF73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1592" y="2492701"/>
              <a:ext cx="407194" cy="401166"/>
              <a:chOff x="8404226" y="2581275"/>
              <a:chExt cx="630238" cy="620713"/>
            </a:xfrm>
            <a:solidFill>
              <a:schemeClr val="accent1"/>
            </a:solidFill>
          </p:grpSpPr>
          <p:sp>
            <p:nvSpPr>
              <p:cNvPr id="26" name="Freeform 981">
                <a:extLst>
                  <a:ext uri="{FF2B5EF4-FFF2-40B4-BE49-F238E27FC236}">
                    <a16:creationId xmlns:a16="http://schemas.microsoft.com/office/drawing/2014/main" id="{5A030B4D-D34F-F09A-DF71-BD64233FF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7788" y="3032125"/>
                <a:ext cx="1588" cy="3175"/>
              </a:xfrm>
              <a:custGeom>
                <a:avLst/>
                <a:gdLst>
                  <a:gd name="T0" fmla="*/ 0 w 3"/>
                  <a:gd name="T1" fmla="*/ 4 h 4"/>
                  <a:gd name="T2" fmla="*/ 3 w 3"/>
                  <a:gd name="T3" fmla="*/ 0 h 4"/>
                  <a:gd name="T4" fmla="*/ 3 w 3"/>
                  <a:gd name="T5" fmla="*/ 0 h 4"/>
                  <a:gd name="T6" fmla="*/ 0 w 3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0" y="4"/>
                    </a:moveTo>
                    <a:cubicBezTo>
                      <a:pt x="1" y="3"/>
                      <a:pt x="2" y="2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3"/>
                      <a:pt x="0" y="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" name="Freeform 982">
                <a:extLst>
                  <a:ext uri="{FF2B5EF4-FFF2-40B4-BE49-F238E27FC236}">
                    <a16:creationId xmlns:a16="http://schemas.microsoft.com/office/drawing/2014/main" id="{1C98DA22-1A11-AE95-FE67-14FB461E2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6476" y="2995613"/>
                <a:ext cx="134938" cy="57150"/>
              </a:xfrm>
              <a:custGeom>
                <a:avLst/>
                <a:gdLst>
                  <a:gd name="T0" fmla="*/ 183 w 183"/>
                  <a:gd name="T1" fmla="*/ 0 h 76"/>
                  <a:gd name="T2" fmla="*/ 91 w 183"/>
                  <a:gd name="T3" fmla="*/ 59 h 76"/>
                  <a:gd name="T4" fmla="*/ 0 w 183"/>
                  <a:gd name="T5" fmla="*/ 0 h 76"/>
                  <a:gd name="T6" fmla="*/ 0 w 183"/>
                  <a:gd name="T7" fmla="*/ 35 h 76"/>
                  <a:gd name="T8" fmla="*/ 91 w 183"/>
                  <a:gd name="T9" fmla="*/ 76 h 76"/>
                  <a:gd name="T10" fmla="*/ 183 w 183"/>
                  <a:gd name="T11" fmla="*/ 35 h 76"/>
                  <a:gd name="T12" fmla="*/ 183 w 183"/>
                  <a:gd name="T13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3" h="76">
                    <a:moveTo>
                      <a:pt x="183" y="0"/>
                    </a:moveTo>
                    <a:cubicBezTo>
                      <a:pt x="181" y="7"/>
                      <a:pt x="163" y="59"/>
                      <a:pt x="91" y="59"/>
                    </a:cubicBezTo>
                    <a:cubicBezTo>
                      <a:pt x="19" y="59"/>
                      <a:pt x="2" y="7"/>
                      <a:pt x="0" y="0"/>
                    </a:cubicBezTo>
                    <a:lnTo>
                      <a:pt x="0" y="35"/>
                    </a:lnTo>
                    <a:cubicBezTo>
                      <a:pt x="15" y="54"/>
                      <a:pt x="42" y="76"/>
                      <a:pt x="91" y="76"/>
                    </a:cubicBezTo>
                    <a:cubicBezTo>
                      <a:pt x="141" y="76"/>
                      <a:pt x="168" y="54"/>
                      <a:pt x="183" y="35"/>
                    </a:cubicBezTo>
                    <a:lnTo>
                      <a:pt x="183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" name="Freeform 983">
                <a:extLst>
                  <a:ext uri="{FF2B5EF4-FFF2-40B4-BE49-F238E27FC236}">
                    <a16:creationId xmlns:a16="http://schemas.microsoft.com/office/drawing/2014/main" id="{38F1DB1F-6A78-8983-CD0F-E5EEC54D14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62976" y="2581275"/>
                <a:ext cx="261938" cy="223838"/>
              </a:xfrm>
              <a:custGeom>
                <a:avLst/>
                <a:gdLst>
                  <a:gd name="T0" fmla="*/ 160 w 353"/>
                  <a:gd name="T1" fmla="*/ 0 h 300"/>
                  <a:gd name="T2" fmla="*/ 0 w 353"/>
                  <a:gd name="T3" fmla="*/ 163 h 300"/>
                  <a:gd name="T4" fmla="*/ 26 w 353"/>
                  <a:gd name="T5" fmla="*/ 300 h 300"/>
                  <a:gd name="T6" fmla="*/ 35 w 353"/>
                  <a:gd name="T7" fmla="*/ 180 h 300"/>
                  <a:gd name="T8" fmla="*/ 44 w 353"/>
                  <a:gd name="T9" fmla="*/ 158 h 300"/>
                  <a:gd name="T10" fmla="*/ 141 w 353"/>
                  <a:gd name="T11" fmla="*/ 180 h 300"/>
                  <a:gd name="T12" fmla="*/ 283 w 353"/>
                  <a:gd name="T13" fmla="*/ 134 h 300"/>
                  <a:gd name="T14" fmla="*/ 300 w 353"/>
                  <a:gd name="T15" fmla="*/ 145 h 300"/>
                  <a:gd name="T16" fmla="*/ 326 w 353"/>
                  <a:gd name="T17" fmla="*/ 300 h 300"/>
                  <a:gd name="T18" fmla="*/ 353 w 353"/>
                  <a:gd name="T19" fmla="*/ 163 h 300"/>
                  <a:gd name="T20" fmla="*/ 282 w 353"/>
                  <a:gd name="T21" fmla="*/ 39 h 300"/>
                  <a:gd name="T22" fmla="*/ 160 w 353"/>
                  <a:gd name="T23" fmla="*/ 0 h 300"/>
                  <a:gd name="T24" fmla="*/ 160 w 353"/>
                  <a:gd name="T25" fmla="*/ 16 h 300"/>
                  <a:gd name="T26" fmla="*/ 270 w 353"/>
                  <a:gd name="T27" fmla="*/ 50 h 300"/>
                  <a:gd name="T28" fmla="*/ 275 w 353"/>
                  <a:gd name="T29" fmla="*/ 56 h 300"/>
                  <a:gd name="T30" fmla="*/ 282 w 353"/>
                  <a:gd name="T31" fmla="*/ 56 h 300"/>
                  <a:gd name="T32" fmla="*/ 336 w 353"/>
                  <a:gd name="T33" fmla="*/ 163 h 300"/>
                  <a:gd name="T34" fmla="*/ 335 w 353"/>
                  <a:gd name="T35" fmla="*/ 189 h 300"/>
                  <a:gd name="T36" fmla="*/ 314 w 353"/>
                  <a:gd name="T37" fmla="*/ 137 h 300"/>
                  <a:gd name="T38" fmla="*/ 283 w 353"/>
                  <a:gd name="T39" fmla="*/ 117 h 300"/>
                  <a:gd name="T40" fmla="*/ 241 w 353"/>
                  <a:gd name="T41" fmla="*/ 133 h 300"/>
                  <a:gd name="T42" fmla="*/ 141 w 353"/>
                  <a:gd name="T43" fmla="*/ 164 h 300"/>
                  <a:gd name="T44" fmla="*/ 63 w 353"/>
                  <a:gd name="T45" fmla="*/ 147 h 300"/>
                  <a:gd name="T46" fmla="*/ 44 w 353"/>
                  <a:gd name="T47" fmla="*/ 141 h 300"/>
                  <a:gd name="T48" fmla="*/ 44 w 353"/>
                  <a:gd name="T49" fmla="*/ 141 h 300"/>
                  <a:gd name="T50" fmla="*/ 19 w 353"/>
                  <a:gd name="T51" fmla="*/ 178 h 300"/>
                  <a:gd name="T52" fmla="*/ 17 w 353"/>
                  <a:gd name="T53" fmla="*/ 189 h 300"/>
                  <a:gd name="T54" fmla="*/ 17 w 353"/>
                  <a:gd name="T55" fmla="*/ 163 h 300"/>
                  <a:gd name="T56" fmla="*/ 160 w 353"/>
                  <a:gd name="T57" fmla="*/ 16 h 300"/>
                  <a:gd name="T58" fmla="*/ 160 w 353"/>
                  <a:gd name="T59" fmla="*/ 1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53" h="300">
                    <a:moveTo>
                      <a:pt x="160" y="0"/>
                    </a:moveTo>
                    <a:cubicBezTo>
                      <a:pt x="27" y="0"/>
                      <a:pt x="0" y="83"/>
                      <a:pt x="0" y="163"/>
                    </a:cubicBezTo>
                    <a:cubicBezTo>
                      <a:pt x="0" y="250"/>
                      <a:pt x="26" y="300"/>
                      <a:pt x="26" y="300"/>
                    </a:cubicBezTo>
                    <a:cubicBezTo>
                      <a:pt x="29" y="268"/>
                      <a:pt x="29" y="229"/>
                      <a:pt x="35" y="180"/>
                    </a:cubicBezTo>
                    <a:cubicBezTo>
                      <a:pt x="37" y="164"/>
                      <a:pt x="39" y="158"/>
                      <a:pt x="44" y="158"/>
                    </a:cubicBezTo>
                    <a:cubicBezTo>
                      <a:pt x="54" y="158"/>
                      <a:pt x="76" y="180"/>
                      <a:pt x="141" y="180"/>
                    </a:cubicBezTo>
                    <a:cubicBezTo>
                      <a:pt x="218" y="180"/>
                      <a:pt x="259" y="134"/>
                      <a:pt x="283" y="134"/>
                    </a:cubicBezTo>
                    <a:cubicBezTo>
                      <a:pt x="290" y="134"/>
                      <a:pt x="295" y="137"/>
                      <a:pt x="300" y="145"/>
                    </a:cubicBezTo>
                    <a:cubicBezTo>
                      <a:pt x="335" y="207"/>
                      <a:pt x="321" y="261"/>
                      <a:pt x="326" y="300"/>
                    </a:cubicBezTo>
                    <a:cubicBezTo>
                      <a:pt x="326" y="300"/>
                      <a:pt x="353" y="248"/>
                      <a:pt x="353" y="163"/>
                    </a:cubicBezTo>
                    <a:cubicBezTo>
                      <a:pt x="353" y="111"/>
                      <a:pt x="344" y="39"/>
                      <a:pt x="282" y="39"/>
                    </a:cubicBezTo>
                    <a:cubicBezTo>
                      <a:pt x="256" y="9"/>
                      <a:pt x="214" y="0"/>
                      <a:pt x="160" y="0"/>
                    </a:cubicBezTo>
                    <a:close/>
                    <a:moveTo>
                      <a:pt x="160" y="16"/>
                    </a:moveTo>
                    <a:cubicBezTo>
                      <a:pt x="216" y="16"/>
                      <a:pt x="250" y="27"/>
                      <a:pt x="270" y="50"/>
                    </a:cubicBezTo>
                    <a:lnTo>
                      <a:pt x="275" y="56"/>
                    </a:lnTo>
                    <a:lnTo>
                      <a:pt x="282" y="56"/>
                    </a:lnTo>
                    <a:cubicBezTo>
                      <a:pt x="296" y="56"/>
                      <a:pt x="336" y="56"/>
                      <a:pt x="336" y="163"/>
                    </a:cubicBezTo>
                    <a:cubicBezTo>
                      <a:pt x="336" y="172"/>
                      <a:pt x="336" y="181"/>
                      <a:pt x="335" y="189"/>
                    </a:cubicBezTo>
                    <a:cubicBezTo>
                      <a:pt x="331" y="172"/>
                      <a:pt x="325" y="155"/>
                      <a:pt x="314" y="137"/>
                    </a:cubicBezTo>
                    <a:cubicBezTo>
                      <a:pt x="305" y="121"/>
                      <a:pt x="292" y="117"/>
                      <a:pt x="283" y="117"/>
                    </a:cubicBezTo>
                    <a:cubicBezTo>
                      <a:pt x="270" y="117"/>
                      <a:pt x="258" y="124"/>
                      <a:pt x="241" y="133"/>
                    </a:cubicBezTo>
                    <a:cubicBezTo>
                      <a:pt x="217" y="147"/>
                      <a:pt x="186" y="164"/>
                      <a:pt x="141" y="164"/>
                    </a:cubicBezTo>
                    <a:cubicBezTo>
                      <a:pt x="98" y="164"/>
                      <a:pt x="76" y="153"/>
                      <a:pt x="63" y="147"/>
                    </a:cubicBezTo>
                    <a:cubicBezTo>
                      <a:pt x="56" y="144"/>
                      <a:pt x="50" y="141"/>
                      <a:pt x="44" y="141"/>
                    </a:cubicBezTo>
                    <a:lnTo>
                      <a:pt x="44" y="141"/>
                    </a:lnTo>
                    <a:cubicBezTo>
                      <a:pt x="23" y="141"/>
                      <a:pt x="20" y="163"/>
                      <a:pt x="19" y="178"/>
                    </a:cubicBezTo>
                    <a:cubicBezTo>
                      <a:pt x="18" y="182"/>
                      <a:pt x="18" y="185"/>
                      <a:pt x="17" y="189"/>
                    </a:cubicBezTo>
                    <a:cubicBezTo>
                      <a:pt x="17" y="181"/>
                      <a:pt x="17" y="172"/>
                      <a:pt x="17" y="163"/>
                    </a:cubicBezTo>
                    <a:cubicBezTo>
                      <a:pt x="17" y="63"/>
                      <a:pt x="62" y="16"/>
                      <a:pt x="160" y="16"/>
                    </a:cubicBezTo>
                    <a:lnTo>
                      <a:pt x="160" y="16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" name="Freeform 984">
                <a:extLst>
                  <a:ext uri="{FF2B5EF4-FFF2-40B4-BE49-F238E27FC236}">
                    <a16:creationId xmlns:a16="http://schemas.microsoft.com/office/drawing/2014/main" id="{F9A38636-2EC4-50A0-61E5-2FA809F2D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916238"/>
                <a:ext cx="12700" cy="101600"/>
              </a:xfrm>
              <a:custGeom>
                <a:avLst/>
                <a:gdLst>
                  <a:gd name="T0" fmla="*/ 17 w 17"/>
                  <a:gd name="T1" fmla="*/ 0 h 137"/>
                  <a:gd name="T2" fmla="*/ 14 w 17"/>
                  <a:gd name="T3" fmla="*/ 0 h 137"/>
                  <a:gd name="T4" fmla="*/ 0 w 17"/>
                  <a:gd name="T5" fmla="*/ 16 h 137"/>
                  <a:gd name="T6" fmla="*/ 1 w 17"/>
                  <a:gd name="T7" fmla="*/ 16 h 137"/>
                  <a:gd name="T8" fmla="*/ 1 w 17"/>
                  <a:gd name="T9" fmla="*/ 137 h 137"/>
                  <a:gd name="T10" fmla="*/ 17 w 17"/>
                  <a:gd name="T11" fmla="*/ 79 h 137"/>
                  <a:gd name="T12" fmla="*/ 17 w 17"/>
                  <a:gd name="T13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37">
                    <a:moveTo>
                      <a:pt x="17" y="0"/>
                    </a:moveTo>
                    <a:lnTo>
                      <a:pt x="14" y="0"/>
                    </a:lnTo>
                    <a:cubicBezTo>
                      <a:pt x="10" y="0"/>
                      <a:pt x="5" y="0"/>
                      <a:pt x="0" y="16"/>
                    </a:cubicBezTo>
                    <a:lnTo>
                      <a:pt x="1" y="16"/>
                    </a:lnTo>
                    <a:lnTo>
                      <a:pt x="1" y="137"/>
                    </a:lnTo>
                    <a:lnTo>
                      <a:pt x="17" y="79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" name="Freeform 985">
                <a:extLst>
                  <a:ext uri="{FF2B5EF4-FFF2-40B4-BE49-F238E27FC236}">
                    <a16:creationId xmlns:a16="http://schemas.microsoft.com/office/drawing/2014/main" id="{C4A168BE-B1DD-1149-7A73-E8A1FA585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8538" y="2916238"/>
                <a:ext cx="14288" cy="101600"/>
              </a:xfrm>
              <a:custGeom>
                <a:avLst/>
                <a:gdLst>
                  <a:gd name="T0" fmla="*/ 17 w 18"/>
                  <a:gd name="T1" fmla="*/ 16 h 137"/>
                  <a:gd name="T2" fmla="*/ 18 w 18"/>
                  <a:gd name="T3" fmla="*/ 16 h 137"/>
                  <a:gd name="T4" fmla="*/ 3 w 18"/>
                  <a:gd name="T5" fmla="*/ 0 h 137"/>
                  <a:gd name="T6" fmla="*/ 0 w 18"/>
                  <a:gd name="T7" fmla="*/ 0 h 137"/>
                  <a:gd name="T8" fmla="*/ 0 w 18"/>
                  <a:gd name="T9" fmla="*/ 79 h 137"/>
                  <a:gd name="T10" fmla="*/ 17 w 18"/>
                  <a:gd name="T11" fmla="*/ 137 h 137"/>
                  <a:gd name="T12" fmla="*/ 17 w 18"/>
                  <a:gd name="T13" fmla="*/ 1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137">
                    <a:moveTo>
                      <a:pt x="17" y="16"/>
                    </a:moveTo>
                    <a:lnTo>
                      <a:pt x="18" y="16"/>
                    </a:lnTo>
                    <a:cubicBezTo>
                      <a:pt x="13" y="0"/>
                      <a:pt x="8" y="0"/>
                      <a:pt x="3" y="0"/>
                    </a:cubicBezTo>
                    <a:lnTo>
                      <a:pt x="0" y="0"/>
                    </a:lnTo>
                    <a:lnTo>
                      <a:pt x="0" y="79"/>
                    </a:lnTo>
                    <a:lnTo>
                      <a:pt x="17" y="137"/>
                    </a:lnTo>
                    <a:lnTo>
                      <a:pt x="17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" name="Freeform 986">
                <a:extLst>
                  <a:ext uri="{FF2B5EF4-FFF2-40B4-BE49-F238E27FC236}">
                    <a16:creationId xmlns:a16="http://schemas.microsoft.com/office/drawing/2014/main" id="{F5C598BA-50A3-E4D7-DFA0-C754A87981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2676" y="2967038"/>
                <a:ext cx="153988" cy="227013"/>
              </a:xfrm>
              <a:custGeom>
                <a:avLst/>
                <a:gdLst>
                  <a:gd name="T0" fmla="*/ 169 w 208"/>
                  <a:gd name="T1" fmla="*/ 100 h 305"/>
                  <a:gd name="T2" fmla="*/ 208 w 208"/>
                  <a:gd name="T3" fmla="*/ 80 h 305"/>
                  <a:gd name="T4" fmla="*/ 177 w 208"/>
                  <a:gd name="T5" fmla="*/ 23 h 305"/>
                  <a:gd name="T6" fmla="*/ 82 w 208"/>
                  <a:gd name="T7" fmla="*/ 0 h 305"/>
                  <a:gd name="T8" fmla="*/ 0 w 208"/>
                  <a:gd name="T9" fmla="*/ 305 h 305"/>
                  <a:gd name="T10" fmla="*/ 18 w 208"/>
                  <a:gd name="T11" fmla="*/ 305 h 305"/>
                  <a:gd name="T12" fmla="*/ 94 w 208"/>
                  <a:gd name="T13" fmla="*/ 20 h 305"/>
                  <a:gd name="T14" fmla="*/ 166 w 208"/>
                  <a:gd name="T15" fmla="*/ 38 h 305"/>
                  <a:gd name="T16" fmla="*/ 185 w 208"/>
                  <a:gd name="T17" fmla="*/ 73 h 305"/>
                  <a:gd name="T18" fmla="*/ 141 w 208"/>
                  <a:gd name="T19" fmla="*/ 95 h 305"/>
                  <a:gd name="T20" fmla="*/ 177 w 208"/>
                  <a:gd name="T21" fmla="*/ 132 h 305"/>
                  <a:gd name="T22" fmla="*/ 60 w 208"/>
                  <a:gd name="T23" fmla="*/ 300 h 305"/>
                  <a:gd name="T24" fmla="*/ 84 w 208"/>
                  <a:gd name="T25" fmla="*/ 286 h 305"/>
                  <a:gd name="T26" fmla="*/ 199 w 208"/>
                  <a:gd name="T27" fmla="*/ 130 h 305"/>
                  <a:gd name="T28" fmla="*/ 169 w 208"/>
                  <a:gd name="T29" fmla="*/ 100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8" h="305">
                    <a:moveTo>
                      <a:pt x="169" y="100"/>
                    </a:moveTo>
                    <a:lnTo>
                      <a:pt x="208" y="80"/>
                    </a:lnTo>
                    <a:lnTo>
                      <a:pt x="177" y="23"/>
                    </a:lnTo>
                    <a:lnTo>
                      <a:pt x="82" y="0"/>
                    </a:lnTo>
                    <a:lnTo>
                      <a:pt x="0" y="305"/>
                    </a:lnTo>
                    <a:cubicBezTo>
                      <a:pt x="6" y="305"/>
                      <a:pt x="12" y="305"/>
                      <a:pt x="18" y="305"/>
                    </a:cubicBezTo>
                    <a:lnTo>
                      <a:pt x="94" y="20"/>
                    </a:lnTo>
                    <a:lnTo>
                      <a:pt x="166" y="38"/>
                    </a:lnTo>
                    <a:lnTo>
                      <a:pt x="185" y="73"/>
                    </a:lnTo>
                    <a:lnTo>
                      <a:pt x="141" y="95"/>
                    </a:lnTo>
                    <a:lnTo>
                      <a:pt x="177" y="132"/>
                    </a:lnTo>
                    <a:lnTo>
                      <a:pt x="60" y="300"/>
                    </a:lnTo>
                    <a:cubicBezTo>
                      <a:pt x="68" y="298"/>
                      <a:pt x="76" y="288"/>
                      <a:pt x="84" y="286"/>
                    </a:cubicBezTo>
                    <a:lnTo>
                      <a:pt x="199" y="130"/>
                    </a:lnTo>
                    <a:lnTo>
                      <a:pt x="169" y="10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" name="Freeform 987">
                <a:extLst>
                  <a:ext uri="{FF2B5EF4-FFF2-40B4-BE49-F238E27FC236}">
                    <a16:creationId xmlns:a16="http://schemas.microsoft.com/office/drawing/2014/main" id="{63075C42-4381-E029-C511-73D9C46CBF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1226" y="2967038"/>
                <a:ext cx="153988" cy="227013"/>
              </a:xfrm>
              <a:custGeom>
                <a:avLst/>
                <a:gdLst>
                  <a:gd name="T0" fmla="*/ 30 w 208"/>
                  <a:gd name="T1" fmla="*/ 132 h 305"/>
                  <a:gd name="T2" fmla="*/ 67 w 208"/>
                  <a:gd name="T3" fmla="*/ 95 h 305"/>
                  <a:gd name="T4" fmla="*/ 22 w 208"/>
                  <a:gd name="T5" fmla="*/ 73 h 305"/>
                  <a:gd name="T6" fmla="*/ 42 w 208"/>
                  <a:gd name="T7" fmla="*/ 38 h 305"/>
                  <a:gd name="T8" fmla="*/ 113 w 208"/>
                  <a:gd name="T9" fmla="*/ 20 h 305"/>
                  <a:gd name="T10" fmla="*/ 190 w 208"/>
                  <a:gd name="T11" fmla="*/ 305 h 305"/>
                  <a:gd name="T12" fmla="*/ 208 w 208"/>
                  <a:gd name="T13" fmla="*/ 305 h 305"/>
                  <a:gd name="T14" fmla="*/ 125 w 208"/>
                  <a:gd name="T15" fmla="*/ 0 h 305"/>
                  <a:gd name="T16" fmla="*/ 30 w 208"/>
                  <a:gd name="T17" fmla="*/ 23 h 305"/>
                  <a:gd name="T18" fmla="*/ 0 w 208"/>
                  <a:gd name="T19" fmla="*/ 80 h 305"/>
                  <a:gd name="T20" fmla="*/ 39 w 208"/>
                  <a:gd name="T21" fmla="*/ 100 h 305"/>
                  <a:gd name="T22" fmla="*/ 8 w 208"/>
                  <a:gd name="T23" fmla="*/ 130 h 305"/>
                  <a:gd name="T24" fmla="*/ 123 w 208"/>
                  <a:gd name="T25" fmla="*/ 286 h 305"/>
                  <a:gd name="T26" fmla="*/ 147 w 208"/>
                  <a:gd name="T27" fmla="*/ 300 h 305"/>
                  <a:gd name="T28" fmla="*/ 30 w 208"/>
                  <a:gd name="T29" fmla="*/ 13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8" h="305">
                    <a:moveTo>
                      <a:pt x="30" y="132"/>
                    </a:moveTo>
                    <a:lnTo>
                      <a:pt x="67" y="95"/>
                    </a:lnTo>
                    <a:lnTo>
                      <a:pt x="22" y="73"/>
                    </a:lnTo>
                    <a:lnTo>
                      <a:pt x="42" y="38"/>
                    </a:lnTo>
                    <a:lnTo>
                      <a:pt x="113" y="20"/>
                    </a:lnTo>
                    <a:lnTo>
                      <a:pt x="190" y="305"/>
                    </a:lnTo>
                    <a:cubicBezTo>
                      <a:pt x="196" y="305"/>
                      <a:pt x="202" y="305"/>
                      <a:pt x="208" y="305"/>
                    </a:cubicBezTo>
                    <a:lnTo>
                      <a:pt x="125" y="0"/>
                    </a:lnTo>
                    <a:lnTo>
                      <a:pt x="30" y="23"/>
                    </a:lnTo>
                    <a:lnTo>
                      <a:pt x="0" y="80"/>
                    </a:lnTo>
                    <a:lnTo>
                      <a:pt x="39" y="100"/>
                    </a:lnTo>
                    <a:lnTo>
                      <a:pt x="8" y="130"/>
                    </a:lnTo>
                    <a:lnTo>
                      <a:pt x="123" y="286"/>
                    </a:lnTo>
                    <a:cubicBezTo>
                      <a:pt x="131" y="288"/>
                      <a:pt x="139" y="298"/>
                      <a:pt x="147" y="300"/>
                    </a:cubicBezTo>
                    <a:lnTo>
                      <a:pt x="30" y="132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" name="Freeform 988">
                <a:extLst>
                  <a:ext uri="{FF2B5EF4-FFF2-40B4-BE49-F238E27FC236}">
                    <a16:creationId xmlns:a16="http://schemas.microsoft.com/office/drawing/2014/main" id="{CBAFEB62-77F5-CA74-B91E-A549C22C9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9326" y="2806700"/>
                <a:ext cx="247650" cy="155575"/>
              </a:xfrm>
              <a:custGeom>
                <a:avLst/>
                <a:gdLst>
                  <a:gd name="T0" fmla="*/ 316 w 333"/>
                  <a:gd name="T1" fmla="*/ 17 h 208"/>
                  <a:gd name="T2" fmla="*/ 316 w 333"/>
                  <a:gd name="T3" fmla="*/ 16 h 208"/>
                  <a:gd name="T4" fmla="*/ 316 w 333"/>
                  <a:gd name="T5" fmla="*/ 16 h 208"/>
                  <a:gd name="T6" fmla="*/ 299 w 333"/>
                  <a:gd name="T7" fmla="*/ 32 h 208"/>
                  <a:gd name="T8" fmla="*/ 166 w 333"/>
                  <a:gd name="T9" fmla="*/ 192 h 208"/>
                  <a:gd name="T10" fmla="*/ 33 w 333"/>
                  <a:gd name="T11" fmla="*/ 32 h 208"/>
                  <a:gd name="T12" fmla="*/ 17 w 333"/>
                  <a:gd name="T13" fmla="*/ 16 h 208"/>
                  <a:gd name="T14" fmla="*/ 17 w 333"/>
                  <a:gd name="T15" fmla="*/ 16 h 208"/>
                  <a:gd name="T16" fmla="*/ 16 w 333"/>
                  <a:gd name="T17" fmla="*/ 17 h 208"/>
                  <a:gd name="T18" fmla="*/ 0 w 333"/>
                  <a:gd name="T19" fmla="*/ 0 h 208"/>
                  <a:gd name="T20" fmla="*/ 0 w 333"/>
                  <a:gd name="T21" fmla="*/ 17 h 208"/>
                  <a:gd name="T22" fmla="*/ 16 w 333"/>
                  <a:gd name="T23" fmla="*/ 33 h 208"/>
                  <a:gd name="T24" fmla="*/ 17 w 333"/>
                  <a:gd name="T25" fmla="*/ 33 h 208"/>
                  <a:gd name="T26" fmla="*/ 166 w 333"/>
                  <a:gd name="T27" fmla="*/ 208 h 208"/>
                  <a:gd name="T28" fmla="*/ 316 w 333"/>
                  <a:gd name="T29" fmla="*/ 33 h 208"/>
                  <a:gd name="T30" fmla="*/ 316 w 333"/>
                  <a:gd name="T31" fmla="*/ 33 h 208"/>
                  <a:gd name="T32" fmla="*/ 333 w 333"/>
                  <a:gd name="T33" fmla="*/ 17 h 208"/>
                  <a:gd name="T34" fmla="*/ 333 w 333"/>
                  <a:gd name="T35" fmla="*/ 0 h 208"/>
                  <a:gd name="T36" fmla="*/ 316 w 333"/>
                  <a:gd name="T37" fmla="*/ 17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3" h="208">
                    <a:moveTo>
                      <a:pt x="316" y="17"/>
                    </a:moveTo>
                    <a:cubicBezTo>
                      <a:pt x="316" y="17"/>
                      <a:pt x="316" y="16"/>
                      <a:pt x="316" y="16"/>
                    </a:cubicBezTo>
                    <a:lnTo>
                      <a:pt x="316" y="16"/>
                    </a:lnTo>
                    <a:cubicBezTo>
                      <a:pt x="307" y="16"/>
                      <a:pt x="300" y="23"/>
                      <a:pt x="299" y="32"/>
                    </a:cubicBezTo>
                    <a:cubicBezTo>
                      <a:pt x="295" y="110"/>
                      <a:pt x="226" y="192"/>
                      <a:pt x="166" y="192"/>
                    </a:cubicBezTo>
                    <a:cubicBezTo>
                      <a:pt x="106" y="192"/>
                      <a:pt x="38" y="110"/>
                      <a:pt x="33" y="32"/>
                    </a:cubicBezTo>
                    <a:cubicBezTo>
                      <a:pt x="33" y="23"/>
                      <a:pt x="26" y="16"/>
                      <a:pt x="17" y="16"/>
                    </a:cubicBezTo>
                    <a:lnTo>
                      <a:pt x="17" y="16"/>
                    </a:lnTo>
                    <a:cubicBezTo>
                      <a:pt x="17" y="16"/>
                      <a:pt x="16" y="17"/>
                      <a:pt x="16" y="17"/>
                    </a:cubicBezTo>
                    <a:cubicBezTo>
                      <a:pt x="7" y="17"/>
                      <a:pt x="0" y="9"/>
                      <a:pt x="0" y="0"/>
                    </a:cubicBezTo>
                    <a:lnTo>
                      <a:pt x="0" y="17"/>
                    </a:lnTo>
                    <a:cubicBezTo>
                      <a:pt x="0" y="26"/>
                      <a:pt x="7" y="33"/>
                      <a:pt x="16" y="33"/>
                    </a:cubicBezTo>
                    <a:cubicBezTo>
                      <a:pt x="16" y="33"/>
                      <a:pt x="17" y="33"/>
                      <a:pt x="17" y="33"/>
                    </a:cubicBezTo>
                    <a:cubicBezTo>
                      <a:pt x="21" y="114"/>
                      <a:pt x="94" y="208"/>
                      <a:pt x="166" y="208"/>
                    </a:cubicBezTo>
                    <a:cubicBezTo>
                      <a:pt x="239" y="208"/>
                      <a:pt x="311" y="114"/>
                      <a:pt x="316" y="33"/>
                    </a:cubicBezTo>
                    <a:cubicBezTo>
                      <a:pt x="316" y="33"/>
                      <a:pt x="316" y="33"/>
                      <a:pt x="316" y="33"/>
                    </a:cubicBezTo>
                    <a:cubicBezTo>
                      <a:pt x="325" y="33"/>
                      <a:pt x="333" y="26"/>
                      <a:pt x="333" y="17"/>
                    </a:cubicBezTo>
                    <a:lnTo>
                      <a:pt x="333" y="0"/>
                    </a:lnTo>
                    <a:cubicBezTo>
                      <a:pt x="333" y="9"/>
                      <a:pt x="325" y="17"/>
                      <a:pt x="316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" name="Freeform 989">
                <a:extLst>
                  <a:ext uri="{FF2B5EF4-FFF2-40B4-BE49-F238E27FC236}">
                    <a16:creationId xmlns:a16="http://schemas.microsoft.com/office/drawing/2014/main" id="{287D909B-BBC7-C09A-B158-23A5F0D4A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3001" y="2968625"/>
                <a:ext cx="193675" cy="49213"/>
              </a:xfrm>
              <a:custGeom>
                <a:avLst/>
                <a:gdLst>
                  <a:gd name="T0" fmla="*/ 211 w 262"/>
                  <a:gd name="T1" fmla="*/ 66 h 66"/>
                  <a:gd name="T2" fmla="*/ 241 w 262"/>
                  <a:gd name="T3" fmla="*/ 63 h 66"/>
                  <a:gd name="T4" fmla="*/ 262 w 262"/>
                  <a:gd name="T5" fmla="*/ 65 h 66"/>
                  <a:gd name="T6" fmla="*/ 243 w 262"/>
                  <a:gd name="T7" fmla="*/ 57 h 66"/>
                  <a:gd name="T8" fmla="*/ 161 w 262"/>
                  <a:gd name="T9" fmla="*/ 38 h 66"/>
                  <a:gd name="T10" fmla="*/ 0 w 262"/>
                  <a:gd name="T11" fmla="*/ 0 h 66"/>
                  <a:gd name="T12" fmla="*/ 0 w 262"/>
                  <a:gd name="T13" fmla="*/ 18 h 66"/>
                  <a:gd name="T14" fmla="*/ 157 w 262"/>
                  <a:gd name="T15" fmla="*/ 54 h 66"/>
                  <a:gd name="T16" fmla="*/ 211 w 262"/>
                  <a:gd name="T17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2" h="66">
                    <a:moveTo>
                      <a:pt x="211" y="66"/>
                    </a:moveTo>
                    <a:cubicBezTo>
                      <a:pt x="221" y="64"/>
                      <a:pt x="231" y="63"/>
                      <a:pt x="241" y="63"/>
                    </a:cubicBezTo>
                    <a:cubicBezTo>
                      <a:pt x="248" y="63"/>
                      <a:pt x="255" y="64"/>
                      <a:pt x="262" y="65"/>
                    </a:cubicBezTo>
                    <a:cubicBezTo>
                      <a:pt x="255" y="61"/>
                      <a:pt x="249" y="58"/>
                      <a:pt x="243" y="57"/>
                    </a:cubicBezTo>
                    <a:cubicBezTo>
                      <a:pt x="220" y="51"/>
                      <a:pt x="192" y="45"/>
                      <a:pt x="161" y="38"/>
                    </a:cubicBezTo>
                    <a:cubicBezTo>
                      <a:pt x="114" y="27"/>
                      <a:pt x="51" y="13"/>
                      <a:pt x="0" y="0"/>
                    </a:cubicBezTo>
                    <a:lnTo>
                      <a:pt x="0" y="18"/>
                    </a:lnTo>
                    <a:cubicBezTo>
                      <a:pt x="39" y="27"/>
                      <a:pt x="91" y="39"/>
                      <a:pt x="157" y="54"/>
                    </a:cubicBezTo>
                    <a:cubicBezTo>
                      <a:pt x="176" y="58"/>
                      <a:pt x="195" y="63"/>
                      <a:pt x="211" y="66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" name="Freeform 990">
                <a:extLst>
                  <a:ext uri="{FF2B5EF4-FFF2-40B4-BE49-F238E27FC236}">
                    <a16:creationId xmlns:a16="http://schemas.microsoft.com/office/drawing/2014/main" id="{C2595381-385E-7DF3-C151-7CDD371C8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4226" y="2968625"/>
                <a:ext cx="449263" cy="233363"/>
              </a:xfrm>
              <a:custGeom>
                <a:avLst/>
                <a:gdLst>
                  <a:gd name="T0" fmla="*/ 598 w 604"/>
                  <a:gd name="T1" fmla="*/ 243 h 313"/>
                  <a:gd name="T2" fmla="*/ 389 w 604"/>
                  <a:gd name="T3" fmla="*/ 296 h 313"/>
                  <a:gd name="T4" fmla="*/ 22 w 604"/>
                  <a:gd name="T5" fmla="*/ 93 h 313"/>
                  <a:gd name="T6" fmla="*/ 57 w 604"/>
                  <a:gd name="T7" fmla="*/ 73 h 313"/>
                  <a:gd name="T8" fmla="*/ 142 w 604"/>
                  <a:gd name="T9" fmla="*/ 53 h 313"/>
                  <a:gd name="T10" fmla="*/ 299 w 604"/>
                  <a:gd name="T11" fmla="*/ 17 h 313"/>
                  <a:gd name="T12" fmla="*/ 299 w 604"/>
                  <a:gd name="T13" fmla="*/ 0 h 313"/>
                  <a:gd name="T14" fmla="*/ 139 w 604"/>
                  <a:gd name="T15" fmla="*/ 37 h 313"/>
                  <a:gd name="T16" fmla="*/ 53 w 604"/>
                  <a:gd name="T17" fmla="*/ 56 h 313"/>
                  <a:gd name="T18" fmla="*/ 0 w 604"/>
                  <a:gd name="T19" fmla="*/ 89 h 313"/>
                  <a:gd name="T20" fmla="*/ 389 w 604"/>
                  <a:gd name="T21" fmla="*/ 313 h 313"/>
                  <a:gd name="T22" fmla="*/ 604 w 604"/>
                  <a:gd name="T23" fmla="*/ 258 h 313"/>
                  <a:gd name="T24" fmla="*/ 598 w 604"/>
                  <a:gd name="T25" fmla="*/ 243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4" h="313">
                    <a:moveTo>
                      <a:pt x="598" y="243"/>
                    </a:moveTo>
                    <a:cubicBezTo>
                      <a:pt x="536" y="277"/>
                      <a:pt x="465" y="296"/>
                      <a:pt x="389" y="296"/>
                    </a:cubicBezTo>
                    <a:cubicBezTo>
                      <a:pt x="235" y="296"/>
                      <a:pt x="99" y="215"/>
                      <a:pt x="22" y="93"/>
                    </a:cubicBezTo>
                    <a:cubicBezTo>
                      <a:pt x="33" y="83"/>
                      <a:pt x="45" y="76"/>
                      <a:pt x="57" y="73"/>
                    </a:cubicBezTo>
                    <a:cubicBezTo>
                      <a:pt x="81" y="67"/>
                      <a:pt x="110" y="60"/>
                      <a:pt x="142" y="53"/>
                    </a:cubicBezTo>
                    <a:cubicBezTo>
                      <a:pt x="208" y="38"/>
                      <a:pt x="260" y="26"/>
                      <a:pt x="299" y="17"/>
                    </a:cubicBezTo>
                    <a:lnTo>
                      <a:pt x="299" y="0"/>
                    </a:lnTo>
                    <a:cubicBezTo>
                      <a:pt x="249" y="12"/>
                      <a:pt x="187" y="26"/>
                      <a:pt x="139" y="37"/>
                    </a:cubicBezTo>
                    <a:cubicBezTo>
                      <a:pt x="107" y="44"/>
                      <a:pt x="77" y="52"/>
                      <a:pt x="53" y="56"/>
                    </a:cubicBezTo>
                    <a:cubicBezTo>
                      <a:pt x="33" y="60"/>
                      <a:pt x="10" y="78"/>
                      <a:pt x="0" y="89"/>
                    </a:cubicBezTo>
                    <a:cubicBezTo>
                      <a:pt x="78" y="223"/>
                      <a:pt x="223" y="313"/>
                      <a:pt x="389" y="313"/>
                    </a:cubicBezTo>
                    <a:cubicBezTo>
                      <a:pt x="467" y="313"/>
                      <a:pt x="541" y="293"/>
                      <a:pt x="604" y="258"/>
                    </a:cubicBezTo>
                    <a:cubicBezTo>
                      <a:pt x="602" y="253"/>
                      <a:pt x="600" y="248"/>
                      <a:pt x="598" y="24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" name="Freeform 991">
                <a:extLst>
                  <a:ext uri="{FF2B5EF4-FFF2-40B4-BE49-F238E27FC236}">
                    <a16:creationId xmlns:a16="http://schemas.microsoft.com/office/drawing/2014/main" id="{5139C88E-7C6A-279D-7839-C9FB49E0E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5076" y="3027363"/>
                <a:ext cx="173038" cy="174625"/>
              </a:xfrm>
              <a:custGeom>
                <a:avLst/>
                <a:gdLst>
                  <a:gd name="T0" fmla="*/ 212 w 233"/>
                  <a:gd name="T1" fmla="*/ 85 h 233"/>
                  <a:gd name="T2" fmla="*/ 217 w 233"/>
                  <a:gd name="T3" fmla="*/ 116 h 233"/>
                  <a:gd name="T4" fmla="*/ 117 w 233"/>
                  <a:gd name="T5" fmla="*/ 216 h 233"/>
                  <a:gd name="T6" fmla="*/ 17 w 233"/>
                  <a:gd name="T7" fmla="*/ 116 h 233"/>
                  <a:gd name="T8" fmla="*/ 117 w 233"/>
                  <a:gd name="T9" fmla="*/ 16 h 233"/>
                  <a:gd name="T10" fmla="*/ 184 w 233"/>
                  <a:gd name="T11" fmla="*/ 42 h 233"/>
                  <a:gd name="T12" fmla="*/ 195 w 233"/>
                  <a:gd name="T13" fmla="*/ 30 h 233"/>
                  <a:gd name="T14" fmla="*/ 117 w 233"/>
                  <a:gd name="T15" fmla="*/ 0 h 233"/>
                  <a:gd name="T16" fmla="*/ 0 w 233"/>
                  <a:gd name="T17" fmla="*/ 116 h 233"/>
                  <a:gd name="T18" fmla="*/ 117 w 233"/>
                  <a:gd name="T19" fmla="*/ 233 h 233"/>
                  <a:gd name="T20" fmla="*/ 233 w 233"/>
                  <a:gd name="T21" fmla="*/ 116 h 233"/>
                  <a:gd name="T22" fmla="*/ 224 w 233"/>
                  <a:gd name="T23" fmla="*/ 72 h 233"/>
                  <a:gd name="T24" fmla="*/ 212 w 233"/>
                  <a:gd name="T25" fmla="*/ 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3" h="233">
                    <a:moveTo>
                      <a:pt x="212" y="85"/>
                    </a:moveTo>
                    <a:cubicBezTo>
                      <a:pt x="215" y="95"/>
                      <a:pt x="217" y="106"/>
                      <a:pt x="217" y="116"/>
                    </a:cubicBezTo>
                    <a:cubicBezTo>
                      <a:pt x="217" y="171"/>
                      <a:pt x="172" y="216"/>
                      <a:pt x="117" y="216"/>
                    </a:cubicBezTo>
                    <a:cubicBezTo>
                      <a:pt x="62" y="216"/>
                      <a:pt x="17" y="171"/>
                      <a:pt x="17" y="116"/>
                    </a:cubicBezTo>
                    <a:cubicBezTo>
                      <a:pt x="17" y="61"/>
                      <a:pt x="62" y="16"/>
                      <a:pt x="117" y="16"/>
                    </a:cubicBezTo>
                    <a:cubicBezTo>
                      <a:pt x="142" y="16"/>
                      <a:pt x="166" y="26"/>
                      <a:pt x="184" y="42"/>
                    </a:cubicBezTo>
                    <a:lnTo>
                      <a:pt x="195" y="30"/>
                    </a:lnTo>
                    <a:cubicBezTo>
                      <a:pt x="174" y="11"/>
                      <a:pt x="147" y="0"/>
                      <a:pt x="117" y="0"/>
                    </a:cubicBezTo>
                    <a:cubicBezTo>
                      <a:pt x="52" y="0"/>
                      <a:pt x="0" y="52"/>
                      <a:pt x="0" y="116"/>
                    </a:cubicBezTo>
                    <a:cubicBezTo>
                      <a:pt x="0" y="181"/>
                      <a:pt x="52" y="233"/>
                      <a:pt x="117" y="233"/>
                    </a:cubicBezTo>
                    <a:cubicBezTo>
                      <a:pt x="181" y="233"/>
                      <a:pt x="233" y="181"/>
                      <a:pt x="233" y="116"/>
                    </a:cubicBezTo>
                    <a:cubicBezTo>
                      <a:pt x="233" y="101"/>
                      <a:pt x="230" y="85"/>
                      <a:pt x="224" y="72"/>
                    </a:cubicBezTo>
                    <a:lnTo>
                      <a:pt x="212" y="85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" name="Freeform 992">
                <a:extLst>
                  <a:ext uri="{FF2B5EF4-FFF2-40B4-BE49-F238E27FC236}">
                    <a16:creationId xmlns:a16="http://schemas.microsoft.com/office/drawing/2014/main" id="{8D31B457-1554-2702-3470-9F8F1628A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3176" y="3040063"/>
                <a:ext cx="141288" cy="106363"/>
              </a:xfrm>
              <a:custGeom>
                <a:avLst/>
                <a:gdLst>
                  <a:gd name="T0" fmla="*/ 64 w 190"/>
                  <a:gd name="T1" fmla="*/ 144 h 144"/>
                  <a:gd name="T2" fmla="*/ 64 w 190"/>
                  <a:gd name="T3" fmla="*/ 144 h 144"/>
                  <a:gd name="T4" fmla="*/ 58 w 190"/>
                  <a:gd name="T5" fmla="*/ 141 h 144"/>
                  <a:gd name="T6" fmla="*/ 0 w 190"/>
                  <a:gd name="T7" fmla="*/ 72 h 144"/>
                  <a:gd name="T8" fmla="*/ 13 w 190"/>
                  <a:gd name="T9" fmla="*/ 61 h 144"/>
                  <a:gd name="T10" fmla="*/ 65 w 190"/>
                  <a:gd name="T11" fmla="*/ 123 h 144"/>
                  <a:gd name="T12" fmla="*/ 178 w 190"/>
                  <a:gd name="T13" fmla="*/ 0 h 144"/>
                  <a:gd name="T14" fmla="*/ 190 w 190"/>
                  <a:gd name="T15" fmla="*/ 11 h 144"/>
                  <a:gd name="T16" fmla="*/ 71 w 190"/>
                  <a:gd name="T17" fmla="*/ 142 h 144"/>
                  <a:gd name="T18" fmla="*/ 64 w 190"/>
                  <a:gd name="T1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144">
                    <a:moveTo>
                      <a:pt x="64" y="144"/>
                    </a:moveTo>
                    <a:lnTo>
                      <a:pt x="64" y="144"/>
                    </a:lnTo>
                    <a:cubicBezTo>
                      <a:pt x="62" y="144"/>
                      <a:pt x="60" y="143"/>
                      <a:pt x="58" y="141"/>
                    </a:cubicBezTo>
                    <a:lnTo>
                      <a:pt x="0" y="72"/>
                    </a:lnTo>
                    <a:lnTo>
                      <a:pt x="13" y="61"/>
                    </a:lnTo>
                    <a:lnTo>
                      <a:pt x="65" y="123"/>
                    </a:lnTo>
                    <a:lnTo>
                      <a:pt x="178" y="0"/>
                    </a:lnTo>
                    <a:lnTo>
                      <a:pt x="190" y="11"/>
                    </a:lnTo>
                    <a:lnTo>
                      <a:pt x="71" y="142"/>
                    </a:lnTo>
                    <a:cubicBezTo>
                      <a:pt x="69" y="143"/>
                      <a:pt x="67" y="144"/>
                      <a:pt x="64" y="1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1370D1B6-2F50-0AE4-B519-C42B746E3EC0}"/>
              </a:ext>
            </a:extLst>
          </p:cNvPr>
          <p:cNvSpPr txBox="1">
            <a:spLocks/>
          </p:cNvSpPr>
          <p:nvPr/>
        </p:nvSpPr>
        <p:spPr>
          <a:xfrm>
            <a:off x="898524" y="613900"/>
            <a:ext cx="687387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0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— PROFILING</a:t>
            </a:r>
          </a:p>
        </p:txBody>
      </p:sp>
      <p:sp>
        <p:nvSpPr>
          <p:cNvPr id="47" name="Espace réservé du pied de page 6">
            <a:extLst>
              <a:ext uri="{FF2B5EF4-FFF2-40B4-BE49-F238E27FC236}">
                <a16:creationId xmlns:a16="http://schemas.microsoft.com/office/drawing/2014/main" id="{3CD1ABA7-DC6C-83FE-E34B-D0509A4F5DA5}"/>
              </a:ext>
            </a:extLst>
          </p:cNvPr>
          <p:cNvSpPr txBox="1">
            <a:spLocks/>
          </p:cNvSpPr>
          <p:nvPr/>
        </p:nvSpPr>
        <p:spPr>
          <a:xfrm>
            <a:off x="6111125" y="6559785"/>
            <a:ext cx="4114800" cy="2449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70000"/>
              </a:lnSpc>
              <a:spcBef>
                <a:spcPts val="0"/>
              </a:spcBef>
              <a:buFont typeface="Wingdings" panose="05000000000000000000" pitchFamily="2" charset="2"/>
              <a:buNone/>
              <a:defRPr sz="8000" kern="1200" cap="all" baseline="0">
                <a:solidFill>
                  <a:srgbClr val="C8C8C8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3FDB0E1-7A6B-670D-5D2E-2855119C458E}"/>
              </a:ext>
            </a:extLst>
          </p:cNvPr>
          <p:cNvSpPr txBox="1"/>
          <p:nvPr/>
        </p:nvSpPr>
        <p:spPr>
          <a:xfrm>
            <a:off x="913033" y="4495489"/>
            <a:ext cx="108243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Un coût par habitant qui explose dans les micros communes n'indique pas une mauvaise gestion : il traduit mathématiquement le poids des </a:t>
            </a:r>
            <a:r>
              <a:rPr lang="fr-FR" sz="1600" b="1" dirty="0"/>
              <a:t>coûts fixes </a:t>
            </a:r>
            <a:r>
              <a:rPr lang="fr-FR" sz="1600" dirty="0"/>
              <a:t>divisé par une faible population.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Ce ratio doit toujours être recontextualisé avec le budget global .</a:t>
            </a:r>
            <a:endParaRPr lang="en-US" sz="1600" dirty="0"/>
          </a:p>
        </p:txBody>
      </p:sp>
      <p:grpSp>
        <p:nvGrpSpPr>
          <p:cNvPr id="52" name="Total_return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F0A1478D-C9A1-A93E-F710-7AFF89936E07}"/>
              </a:ext>
            </a:extLst>
          </p:cNvPr>
          <p:cNvGrpSpPr>
            <a:grpSpLocks noChangeAspect="1"/>
          </p:cNvGrpSpPr>
          <p:nvPr/>
        </p:nvGrpSpPr>
        <p:grpSpPr>
          <a:xfrm>
            <a:off x="870307" y="3338057"/>
            <a:ext cx="432048" cy="458533"/>
            <a:chOff x="6256339" y="4279901"/>
            <a:chExt cx="414338" cy="439738"/>
          </a:xfrm>
          <a:solidFill>
            <a:schemeClr val="accent1"/>
          </a:solidFill>
        </p:grpSpPr>
        <p:sp>
          <p:nvSpPr>
            <p:cNvPr id="53" name="Freeform 784">
              <a:extLst>
                <a:ext uri="{FF2B5EF4-FFF2-40B4-BE49-F238E27FC236}">
                  <a16:creationId xmlns:a16="http://schemas.microsoft.com/office/drawing/2014/main" id="{C573EE2D-2E9E-AECD-E011-7C21A30D7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4" y="4311651"/>
              <a:ext cx="227013" cy="373063"/>
            </a:xfrm>
            <a:custGeom>
              <a:avLst/>
              <a:gdLst>
                <a:gd name="T0" fmla="*/ 89 w 298"/>
                <a:gd name="T1" fmla="*/ 490 h 490"/>
                <a:gd name="T2" fmla="*/ 87 w 298"/>
                <a:gd name="T3" fmla="*/ 474 h 490"/>
                <a:gd name="T4" fmla="*/ 282 w 298"/>
                <a:gd name="T5" fmla="*/ 246 h 490"/>
                <a:gd name="T6" fmla="*/ 52 w 298"/>
                <a:gd name="T7" fmla="*/ 16 h 490"/>
                <a:gd name="T8" fmla="*/ 0 w 298"/>
                <a:gd name="T9" fmla="*/ 16 h 490"/>
                <a:gd name="T10" fmla="*/ 0 w 298"/>
                <a:gd name="T11" fmla="*/ 0 h 490"/>
                <a:gd name="T12" fmla="*/ 52 w 298"/>
                <a:gd name="T13" fmla="*/ 0 h 490"/>
                <a:gd name="T14" fmla="*/ 298 w 298"/>
                <a:gd name="T15" fmla="*/ 246 h 490"/>
                <a:gd name="T16" fmla="*/ 89 w 298"/>
                <a:gd name="T17" fmla="*/ 49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8" h="490">
                  <a:moveTo>
                    <a:pt x="89" y="490"/>
                  </a:moveTo>
                  <a:lnTo>
                    <a:pt x="87" y="474"/>
                  </a:lnTo>
                  <a:cubicBezTo>
                    <a:pt x="198" y="457"/>
                    <a:pt x="282" y="359"/>
                    <a:pt x="282" y="246"/>
                  </a:cubicBezTo>
                  <a:cubicBezTo>
                    <a:pt x="282" y="119"/>
                    <a:pt x="179" y="16"/>
                    <a:pt x="52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52" y="0"/>
                  </a:lnTo>
                  <a:cubicBezTo>
                    <a:pt x="188" y="0"/>
                    <a:pt x="298" y="110"/>
                    <a:pt x="298" y="246"/>
                  </a:cubicBezTo>
                  <a:cubicBezTo>
                    <a:pt x="298" y="367"/>
                    <a:pt x="209" y="472"/>
                    <a:pt x="89" y="49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785">
              <a:extLst>
                <a:ext uri="{FF2B5EF4-FFF2-40B4-BE49-F238E27FC236}">
                  <a16:creationId xmlns:a16="http://schemas.microsoft.com/office/drawing/2014/main" id="{D99803F3-11CB-4098-2011-11916085E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4139" y="4279901"/>
              <a:ext cx="49213" cy="76200"/>
            </a:xfrm>
            <a:custGeom>
              <a:avLst/>
              <a:gdLst>
                <a:gd name="T0" fmla="*/ 25 w 31"/>
                <a:gd name="T1" fmla="*/ 48 h 48"/>
                <a:gd name="T2" fmla="*/ 0 w 31"/>
                <a:gd name="T3" fmla="*/ 24 h 48"/>
                <a:gd name="T4" fmla="*/ 25 w 31"/>
                <a:gd name="T5" fmla="*/ 0 h 48"/>
                <a:gd name="T6" fmla="*/ 31 w 31"/>
                <a:gd name="T7" fmla="*/ 5 h 48"/>
                <a:gd name="T8" fmla="*/ 12 w 31"/>
                <a:gd name="T9" fmla="*/ 24 h 48"/>
                <a:gd name="T10" fmla="*/ 31 w 31"/>
                <a:gd name="T11" fmla="*/ 43 h 48"/>
                <a:gd name="T12" fmla="*/ 25 w 31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8">
                  <a:moveTo>
                    <a:pt x="25" y="48"/>
                  </a:moveTo>
                  <a:lnTo>
                    <a:pt x="0" y="24"/>
                  </a:lnTo>
                  <a:lnTo>
                    <a:pt x="25" y="0"/>
                  </a:lnTo>
                  <a:lnTo>
                    <a:pt x="31" y="5"/>
                  </a:lnTo>
                  <a:lnTo>
                    <a:pt x="12" y="24"/>
                  </a:lnTo>
                  <a:lnTo>
                    <a:pt x="31" y="43"/>
                  </a:lnTo>
                  <a:lnTo>
                    <a:pt x="25" y="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786">
              <a:extLst>
                <a:ext uri="{FF2B5EF4-FFF2-40B4-BE49-F238E27FC236}">
                  <a16:creationId xmlns:a16="http://schemas.microsoft.com/office/drawing/2014/main" id="{41B50272-1FAA-7B7A-970D-1BFC5693B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339" y="4313239"/>
              <a:ext cx="227013" cy="374650"/>
            </a:xfrm>
            <a:custGeom>
              <a:avLst/>
              <a:gdLst>
                <a:gd name="T0" fmla="*/ 298 w 298"/>
                <a:gd name="T1" fmla="*/ 491 h 491"/>
                <a:gd name="T2" fmla="*/ 246 w 298"/>
                <a:gd name="T3" fmla="*/ 491 h 491"/>
                <a:gd name="T4" fmla="*/ 0 w 298"/>
                <a:gd name="T5" fmla="*/ 244 h 491"/>
                <a:gd name="T6" fmla="*/ 209 w 298"/>
                <a:gd name="T7" fmla="*/ 0 h 491"/>
                <a:gd name="T8" fmla="*/ 211 w 298"/>
                <a:gd name="T9" fmla="*/ 17 h 491"/>
                <a:gd name="T10" fmla="*/ 16 w 298"/>
                <a:gd name="T11" fmla="*/ 244 h 491"/>
                <a:gd name="T12" fmla="*/ 246 w 298"/>
                <a:gd name="T13" fmla="*/ 474 h 491"/>
                <a:gd name="T14" fmla="*/ 298 w 298"/>
                <a:gd name="T15" fmla="*/ 474 h 491"/>
                <a:gd name="T16" fmla="*/ 298 w 298"/>
                <a:gd name="T17" fmla="*/ 49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8" h="491">
                  <a:moveTo>
                    <a:pt x="298" y="491"/>
                  </a:moveTo>
                  <a:lnTo>
                    <a:pt x="246" y="491"/>
                  </a:lnTo>
                  <a:cubicBezTo>
                    <a:pt x="110" y="491"/>
                    <a:pt x="0" y="380"/>
                    <a:pt x="0" y="244"/>
                  </a:cubicBezTo>
                  <a:cubicBezTo>
                    <a:pt x="0" y="123"/>
                    <a:pt x="89" y="19"/>
                    <a:pt x="209" y="0"/>
                  </a:cubicBezTo>
                  <a:lnTo>
                    <a:pt x="211" y="17"/>
                  </a:lnTo>
                  <a:cubicBezTo>
                    <a:pt x="100" y="34"/>
                    <a:pt x="16" y="132"/>
                    <a:pt x="16" y="244"/>
                  </a:cubicBezTo>
                  <a:cubicBezTo>
                    <a:pt x="16" y="371"/>
                    <a:pt x="119" y="474"/>
                    <a:pt x="246" y="474"/>
                  </a:cubicBezTo>
                  <a:lnTo>
                    <a:pt x="298" y="474"/>
                  </a:lnTo>
                  <a:lnTo>
                    <a:pt x="298" y="49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787">
              <a:extLst>
                <a:ext uri="{FF2B5EF4-FFF2-40B4-BE49-F238E27FC236}">
                  <a16:creationId xmlns:a16="http://schemas.microsoft.com/office/drawing/2014/main" id="{3EC091D9-0016-FA3D-E46E-578172E2F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5251" y="4643439"/>
              <a:ext cx="47625" cy="76200"/>
            </a:xfrm>
            <a:custGeom>
              <a:avLst/>
              <a:gdLst>
                <a:gd name="T0" fmla="*/ 5 w 30"/>
                <a:gd name="T1" fmla="*/ 48 h 48"/>
                <a:gd name="T2" fmla="*/ 0 w 30"/>
                <a:gd name="T3" fmla="*/ 43 h 48"/>
                <a:gd name="T4" fmla="*/ 18 w 30"/>
                <a:gd name="T5" fmla="*/ 24 h 48"/>
                <a:gd name="T6" fmla="*/ 0 w 30"/>
                <a:gd name="T7" fmla="*/ 5 h 48"/>
                <a:gd name="T8" fmla="*/ 5 w 30"/>
                <a:gd name="T9" fmla="*/ 0 h 48"/>
                <a:gd name="T10" fmla="*/ 30 w 30"/>
                <a:gd name="T11" fmla="*/ 24 h 48"/>
                <a:gd name="T12" fmla="*/ 5 w 30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5" y="48"/>
                  </a:moveTo>
                  <a:lnTo>
                    <a:pt x="0" y="43"/>
                  </a:lnTo>
                  <a:lnTo>
                    <a:pt x="18" y="24"/>
                  </a:lnTo>
                  <a:lnTo>
                    <a:pt x="0" y="5"/>
                  </a:lnTo>
                  <a:lnTo>
                    <a:pt x="5" y="0"/>
                  </a:lnTo>
                  <a:lnTo>
                    <a:pt x="30" y="24"/>
                  </a:lnTo>
                  <a:lnTo>
                    <a:pt x="5" y="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788">
              <a:extLst>
                <a:ext uri="{FF2B5EF4-FFF2-40B4-BE49-F238E27FC236}">
                  <a16:creationId xmlns:a16="http://schemas.microsoft.com/office/drawing/2014/main" id="{B085ACF2-81C8-140E-6164-AE303A035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6201" y="4443414"/>
              <a:ext cx="74613" cy="112713"/>
            </a:xfrm>
            <a:custGeom>
              <a:avLst/>
              <a:gdLst>
                <a:gd name="T0" fmla="*/ 48 w 96"/>
                <a:gd name="T1" fmla="*/ 149 h 149"/>
                <a:gd name="T2" fmla="*/ 0 w 96"/>
                <a:gd name="T3" fmla="*/ 107 h 149"/>
                <a:gd name="T4" fmla="*/ 0 w 96"/>
                <a:gd name="T5" fmla="*/ 99 h 149"/>
                <a:gd name="T6" fmla="*/ 17 w 96"/>
                <a:gd name="T7" fmla="*/ 99 h 149"/>
                <a:gd name="T8" fmla="*/ 17 w 96"/>
                <a:gd name="T9" fmla="*/ 107 h 149"/>
                <a:gd name="T10" fmla="*/ 48 w 96"/>
                <a:gd name="T11" fmla="*/ 132 h 149"/>
                <a:gd name="T12" fmla="*/ 79 w 96"/>
                <a:gd name="T13" fmla="*/ 107 h 149"/>
                <a:gd name="T14" fmla="*/ 48 w 96"/>
                <a:gd name="T15" fmla="*/ 83 h 149"/>
                <a:gd name="T16" fmla="*/ 0 w 96"/>
                <a:gd name="T17" fmla="*/ 41 h 149"/>
                <a:gd name="T18" fmla="*/ 48 w 96"/>
                <a:gd name="T19" fmla="*/ 0 h 149"/>
                <a:gd name="T20" fmla="*/ 96 w 96"/>
                <a:gd name="T21" fmla="*/ 41 h 149"/>
                <a:gd name="T22" fmla="*/ 96 w 96"/>
                <a:gd name="T23" fmla="*/ 50 h 149"/>
                <a:gd name="T24" fmla="*/ 79 w 96"/>
                <a:gd name="T25" fmla="*/ 50 h 149"/>
                <a:gd name="T26" fmla="*/ 79 w 96"/>
                <a:gd name="T27" fmla="*/ 41 h 149"/>
                <a:gd name="T28" fmla="*/ 48 w 96"/>
                <a:gd name="T29" fmla="*/ 17 h 149"/>
                <a:gd name="T30" fmla="*/ 17 w 96"/>
                <a:gd name="T31" fmla="*/ 41 h 149"/>
                <a:gd name="T32" fmla="*/ 48 w 96"/>
                <a:gd name="T33" fmla="*/ 66 h 149"/>
                <a:gd name="T34" fmla="*/ 96 w 96"/>
                <a:gd name="T35" fmla="*/ 107 h 149"/>
                <a:gd name="T36" fmla="*/ 48 w 96"/>
                <a:gd name="T3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149">
                  <a:moveTo>
                    <a:pt x="48" y="149"/>
                  </a:moveTo>
                  <a:cubicBezTo>
                    <a:pt x="22" y="149"/>
                    <a:pt x="0" y="130"/>
                    <a:pt x="0" y="107"/>
                  </a:cubicBezTo>
                  <a:lnTo>
                    <a:pt x="0" y="99"/>
                  </a:lnTo>
                  <a:lnTo>
                    <a:pt x="17" y="99"/>
                  </a:lnTo>
                  <a:lnTo>
                    <a:pt x="17" y="107"/>
                  </a:lnTo>
                  <a:cubicBezTo>
                    <a:pt x="17" y="121"/>
                    <a:pt x="31" y="132"/>
                    <a:pt x="48" y="132"/>
                  </a:cubicBezTo>
                  <a:cubicBezTo>
                    <a:pt x="65" y="132"/>
                    <a:pt x="79" y="121"/>
                    <a:pt x="79" y="107"/>
                  </a:cubicBezTo>
                  <a:cubicBezTo>
                    <a:pt x="79" y="92"/>
                    <a:pt x="67" y="83"/>
                    <a:pt x="48" y="83"/>
                  </a:cubicBezTo>
                  <a:cubicBezTo>
                    <a:pt x="15" y="83"/>
                    <a:pt x="0" y="62"/>
                    <a:pt x="0" y="41"/>
                  </a:cubicBezTo>
                  <a:cubicBezTo>
                    <a:pt x="0" y="18"/>
                    <a:pt x="22" y="0"/>
                    <a:pt x="48" y="0"/>
                  </a:cubicBezTo>
                  <a:cubicBezTo>
                    <a:pt x="74" y="0"/>
                    <a:pt x="96" y="18"/>
                    <a:pt x="96" y="41"/>
                  </a:cubicBezTo>
                  <a:lnTo>
                    <a:pt x="96" y="50"/>
                  </a:lnTo>
                  <a:lnTo>
                    <a:pt x="79" y="50"/>
                  </a:lnTo>
                  <a:lnTo>
                    <a:pt x="79" y="41"/>
                  </a:lnTo>
                  <a:cubicBezTo>
                    <a:pt x="79" y="28"/>
                    <a:pt x="65" y="17"/>
                    <a:pt x="48" y="17"/>
                  </a:cubicBezTo>
                  <a:cubicBezTo>
                    <a:pt x="31" y="17"/>
                    <a:pt x="17" y="28"/>
                    <a:pt x="17" y="41"/>
                  </a:cubicBezTo>
                  <a:cubicBezTo>
                    <a:pt x="17" y="57"/>
                    <a:pt x="28" y="66"/>
                    <a:pt x="48" y="66"/>
                  </a:cubicBezTo>
                  <a:cubicBezTo>
                    <a:pt x="76" y="66"/>
                    <a:pt x="96" y="83"/>
                    <a:pt x="96" y="107"/>
                  </a:cubicBezTo>
                  <a:cubicBezTo>
                    <a:pt x="96" y="130"/>
                    <a:pt x="74" y="149"/>
                    <a:pt x="48" y="14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789">
              <a:extLst>
                <a:ext uri="{FF2B5EF4-FFF2-40B4-BE49-F238E27FC236}">
                  <a16:creationId xmlns:a16="http://schemas.microsoft.com/office/drawing/2014/main" id="{532AAC52-2D1D-EC2B-EB2C-92659FF8C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951" y="4424364"/>
              <a:ext cx="11113" cy="285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790">
              <a:extLst>
                <a:ext uri="{FF2B5EF4-FFF2-40B4-BE49-F238E27FC236}">
                  <a16:creationId xmlns:a16="http://schemas.microsoft.com/office/drawing/2014/main" id="{D1F4423B-E358-8100-B877-BDAD7641A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951" y="4546601"/>
              <a:ext cx="11113" cy="285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791">
              <a:extLst>
                <a:ext uri="{FF2B5EF4-FFF2-40B4-BE49-F238E27FC236}">
                  <a16:creationId xmlns:a16="http://schemas.microsoft.com/office/drawing/2014/main" id="{733E39B0-B25D-771A-F7C7-E47EE8709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8889" y="4381501"/>
              <a:ext cx="249238" cy="234950"/>
            </a:xfrm>
            <a:custGeom>
              <a:avLst/>
              <a:gdLst>
                <a:gd name="T0" fmla="*/ 163 w 326"/>
                <a:gd name="T1" fmla="*/ 17 h 308"/>
                <a:gd name="T2" fmla="*/ 17 w 326"/>
                <a:gd name="T3" fmla="*/ 154 h 308"/>
                <a:gd name="T4" fmla="*/ 163 w 326"/>
                <a:gd name="T5" fmla="*/ 292 h 308"/>
                <a:gd name="T6" fmla="*/ 309 w 326"/>
                <a:gd name="T7" fmla="*/ 154 h 308"/>
                <a:gd name="T8" fmla="*/ 163 w 326"/>
                <a:gd name="T9" fmla="*/ 17 h 308"/>
                <a:gd name="T10" fmla="*/ 163 w 326"/>
                <a:gd name="T11" fmla="*/ 308 h 308"/>
                <a:gd name="T12" fmla="*/ 0 w 326"/>
                <a:gd name="T13" fmla="*/ 154 h 308"/>
                <a:gd name="T14" fmla="*/ 163 w 326"/>
                <a:gd name="T15" fmla="*/ 0 h 308"/>
                <a:gd name="T16" fmla="*/ 326 w 326"/>
                <a:gd name="T17" fmla="*/ 154 h 308"/>
                <a:gd name="T18" fmla="*/ 163 w 326"/>
                <a:gd name="T19" fmla="*/ 30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6" h="308">
                  <a:moveTo>
                    <a:pt x="163" y="17"/>
                  </a:moveTo>
                  <a:cubicBezTo>
                    <a:pt x="82" y="17"/>
                    <a:pt x="17" y="78"/>
                    <a:pt x="17" y="154"/>
                  </a:cubicBezTo>
                  <a:cubicBezTo>
                    <a:pt x="17" y="230"/>
                    <a:pt x="82" y="292"/>
                    <a:pt x="163" y="292"/>
                  </a:cubicBezTo>
                  <a:cubicBezTo>
                    <a:pt x="244" y="292"/>
                    <a:pt x="309" y="230"/>
                    <a:pt x="309" y="154"/>
                  </a:cubicBezTo>
                  <a:cubicBezTo>
                    <a:pt x="309" y="78"/>
                    <a:pt x="244" y="17"/>
                    <a:pt x="163" y="17"/>
                  </a:cubicBezTo>
                  <a:close/>
                  <a:moveTo>
                    <a:pt x="163" y="308"/>
                  </a:moveTo>
                  <a:cubicBezTo>
                    <a:pt x="73" y="308"/>
                    <a:pt x="0" y="239"/>
                    <a:pt x="0" y="154"/>
                  </a:cubicBezTo>
                  <a:cubicBezTo>
                    <a:pt x="0" y="69"/>
                    <a:pt x="73" y="0"/>
                    <a:pt x="163" y="0"/>
                  </a:cubicBezTo>
                  <a:cubicBezTo>
                    <a:pt x="253" y="0"/>
                    <a:pt x="326" y="69"/>
                    <a:pt x="326" y="154"/>
                  </a:cubicBezTo>
                  <a:cubicBezTo>
                    <a:pt x="326" y="239"/>
                    <a:pt x="253" y="308"/>
                    <a:pt x="163" y="30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7A3A9967-0DEC-E551-B9CB-51DE767CA647}"/>
              </a:ext>
            </a:extLst>
          </p:cNvPr>
          <p:cNvGrpSpPr/>
          <p:nvPr/>
        </p:nvGrpSpPr>
        <p:grpSpPr>
          <a:xfrm>
            <a:off x="6313136" y="2217663"/>
            <a:ext cx="5008384" cy="1846659"/>
            <a:chOff x="871592" y="2420888"/>
            <a:chExt cx="5008384" cy="1846659"/>
          </a:xfrm>
        </p:grpSpPr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BD699A74-58D6-7777-60EF-6777EC68C3CB}"/>
                </a:ext>
              </a:extLst>
            </p:cNvPr>
            <p:cNvSpPr txBox="1"/>
            <p:nvPr/>
          </p:nvSpPr>
          <p:spPr>
            <a:xfrm>
              <a:off x="1415480" y="2420888"/>
              <a:ext cx="4464496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MBLZ" pitchFamily="2" charset="0"/>
                </a:rPr>
                <a:t>Ville : Noisy-le-Grand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BLZ" pitchFamily="2" charset="0"/>
                </a:rPr>
                <a:t>Département : Seine-Saint-Denis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BLZ" pitchFamily="2" charset="0"/>
                </a:rPr>
                <a:t>Région : Ile-de-France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BLZ" pitchFamily="2" charset="0"/>
                </a:rPr>
                <a:t>Population : 68 256 habitants</a:t>
              </a:r>
            </a:p>
            <a:p>
              <a:endParaRPr lang="en-US" sz="1400" dirty="0">
                <a:latin typeface="MBLZ" pitchFamily="2" charset="0"/>
              </a:endParaRPr>
            </a:p>
            <a:p>
              <a:r>
                <a:rPr lang="en-US" sz="1400" b="1" dirty="0">
                  <a:latin typeface="MBLZ" pitchFamily="2" charset="0"/>
                </a:rPr>
                <a:t>Bilan Financier 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MBLZ" pitchFamily="2" charset="0"/>
                </a:rPr>
                <a:t>Dépenses de Fonctionnement  (par hab) </a:t>
              </a:r>
              <a:r>
                <a:rPr lang="en-US" sz="1400" dirty="0">
                  <a:latin typeface="MBLZ" pitchFamily="2" charset="0"/>
                </a:rPr>
                <a:t> : 1486 €</a:t>
              </a:r>
              <a:endParaRPr lang="en-US" sz="1400" b="1" dirty="0">
                <a:latin typeface="MBLZ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FF0000"/>
                  </a:solidFill>
                  <a:latin typeface="MBLZ" pitchFamily="2" charset="0"/>
                </a:rPr>
                <a:t>Dépense Totale : 102 M€ </a:t>
              </a:r>
            </a:p>
          </p:txBody>
        </p:sp>
        <p:grpSp>
          <p:nvGrpSpPr>
            <p:cNvPr id="86" name="Customer_satisfaction5" descr="{&quot;Key&quot;:&quot;POWER_USER_SHAPE_ICON&quot;,&quot;Value&quot;:&quot;POWER_USER_SHAPE_ICON_STYLE_1&quot;}">
              <a:extLst>
                <a:ext uri="{FF2B5EF4-FFF2-40B4-BE49-F238E27FC236}">
                  <a16:creationId xmlns:a16="http://schemas.microsoft.com/office/drawing/2014/main" id="{23027BF6-AC49-C291-22F7-051CBC5EB3C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1592" y="2492701"/>
              <a:ext cx="407194" cy="401166"/>
              <a:chOff x="8404226" y="2581275"/>
              <a:chExt cx="630238" cy="620713"/>
            </a:xfrm>
            <a:solidFill>
              <a:schemeClr val="accent1"/>
            </a:solidFill>
          </p:grpSpPr>
          <p:sp>
            <p:nvSpPr>
              <p:cNvPr id="87" name="Freeform 981">
                <a:extLst>
                  <a:ext uri="{FF2B5EF4-FFF2-40B4-BE49-F238E27FC236}">
                    <a16:creationId xmlns:a16="http://schemas.microsoft.com/office/drawing/2014/main" id="{91E8DF14-F3FD-4035-558E-42B60C467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7788" y="3032125"/>
                <a:ext cx="1588" cy="3175"/>
              </a:xfrm>
              <a:custGeom>
                <a:avLst/>
                <a:gdLst>
                  <a:gd name="T0" fmla="*/ 0 w 3"/>
                  <a:gd name="T1" fmla="*/ 4 h 4"/>
                  <a:gd name="T2" fmla="*/ 3 w 3"/>
                  <a:gd name="T3" fmla="*/ 0 h 4"/>
                  <a:gd name="T4" fmla="*/ 3 w 3"/>
                  <a:gd name="T5" fmla="*/ 0 h 4"/>
                  <a:gd name="T6" fmla="*/ 0 w 3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0" y="4"/>
                    </a:moveTo>
                    <a:cubicBezTo>
                      <a:pt x="1" y="3"/>
                      <a:pt x="2" y="2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3"/>
                      <a:pt x="0" y="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" name="Freeform 982">
                <a:extLst>
                  <a:ext uri="{FF2B5EF4-FFF2-40B4-BE49-F238E27FC236}">
                    <a16:creationId xmlns:a16="http://schemas.microsoft.com/office/drawing/2014/main" id="{3C5DCE4B-EED1-D372-324D-41BC0FC39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6476" y="2995613"/>
                <a:ext cx="134938" cy="57150"/>
              </a:xfrm>
              <a:custGeom>
                <a:avLst/>
                <a:gdLst>
                  <a:gd name="T0" fmla="*/ 183 w 183"/>
                  <a:gd name="T1" fmla="*/ 0 h 76"/>
                  <a:gd name="T2" fmla="*/ 91 w 183"/>
                  <a:gd name="T3" fmla="*/ 59 h 76"/>
                  <a:gd name="T4" fmla="*/ 0 w 183"/>
                  <a:gd name="T5" fmla="*/ 0 h 76"/>
                  <a:gd name="T6" fmla="*/ 0 w 183"/>
                  <a:gd name="T7" fmla="*/ 35 h 76"/>
                  <a:gd name="T8" fmla="*/ 91 w 183"/>
                  <a:gd name="T9" fmla="*/ 76 h 76"/>
                  <a:gd name="T10" fmla="*/ 183 w 183"/>
                  <a:gd name="T11" fmla="*/ 35 h 76"/>
                  <a:gd name="T12" fmla="*/ 183 w 183"/>
                  <a:gd name="T13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3" h="76">
                    <a:moveTo>
                      <a:pt x="183" y="0"/>
                    </a:moveTo>
                    <a:cubicBezTo>
                      <a:pt x="181" y="7"/>
                      <a:pt x="163" y="59"/>
                      <a:pt x="91" y="59"/>
                    </a:cubicBezTo>
                    <a:cubicBezTo>
                      <a:pt x="19" y="59"/>
                      <a:pt x="2" y="7"/>
                      <a:pt x="0" y="0"/>
                    </a:cubicBezTo>
                    <a:lnTo>
                      <a:pt x="0" y="35"/>
                    </a:lnTo>
                    <a:cubicBezTo>
                      <a:pt x="15" y="54"/>
                      <a:pt x="42" y="76"/>
                      <a:pt x="91" y="76"/>
                    </a:cubicBezTo>
                    <a:cubicBezTo>
                      <a:pt x="141" y="76"/>
                      <a:pt x="168" y="54"/>
                      <a:pt x="183" y="35"/>
                    </a:cubicBezTo>
                    <a:lnTo>
                      <a:pt x="183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" name="Freeform 983">
                <a:extLst>
                  <a:ext uri="{FF2B5EF4-FFF2-40B4-BE49-F238E27FC236}">
                    <a16:creationId xmlns:a16="http://schemas.microsoft.com/office/drawing/2014/main" id="{3D18BEC4-00F4-9EC6-B3CF-50B6BF2BE7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62976" y="2581275"/>
                <a:ext cx="261938" cy="223838"/>
              </a:xfrm>
              <a:custGeom>
                <a:avLst/>
                <a:gdLst>
                  <a:gd name="T0" fmla="*/ 160 w 353"/>
                  <a:gd name="T1" fmla="*/ 0 h 300"/>
                  <a:gd name="T2" fmla="*/ 0 w 353"/>
                  <a:gd name="T3" fmla="*/ 163 h 300"/>
                  <a:gd name="T4" fmla="*/ 26 w 353"/>
                  <a:gd name="T5" fmla="*/ 300 h 300"/>
                  <a:gd name="T6" fmla="*/ 35 w 353"/>
                  <a:gd name="T7" fmla="*/ 180 h 300"/>
                  <a:gd name="T8" fmla="*/ 44 w 353"/>
                  <a:gd name="T9" fmla="*/ 158 h 300"/>
                  <a:gd name="T10" fmla="*/ 141 w 353"/>
                  <a:gd name="T11" fmla="*/ 180 h 300"/>
                  <a:gd name="T12" fmla="*/ 283 w 353"/>
                  <a:gd name="T13" fmla="*/ 134 h 300"/>
                  <a:gd name="T14" fmla="*/ 300 w 353"/>
                  <a:gd name="T15" fmla="*/ 145 h 300"/>
                  <a:gd name="T16" fmla="*/ 326 w 353"/>
                  <a:gd name="T17" fmla="*/ 300 h 300"/>
                  <a:gd name="T18" fmla="*/ 353 w 353"/>
                  <a:gd name="T19" fmla="*/ 163 h 300"/>
                  <a:gd name="T20" fmla="*/ 282 w 353"/>
                  <a:gd name="T21" fmla="*/ 39 h 300"/>
                  <a:gd name="T22" fmla="*/ 160 w 353"/>
                  <a:gd name="T23" fmla="*/ 0 h 300"/>
                  <a:gd name="T24" fmla="*/ 160 w 353"/>
                  <a:gd name="T25" fmla="*/ 16 h 300"/>
                  <a:gd name="T26" fmla="*/ 270 w 353"/>
                  <a:gd name="T27" fmla="*/ 50 h 300"/>
                  <a:gd name="T28" fmla="*/ 275 w 353"/>
                  <a:gd name="T29" fmla="*/ 56 h 300"/>
                  <a:gd name="T30" fmla="*/ 282 w 353"/>
                  <a:gd name="T31" fmla="*/ 56 h 300"/>
                  <a:gd name="T32" fmla="*/ 336 w 353"/>
                  <a:gd name="T33" fmla="*/ 163 h 300"/>
                  <a:gd name="T34" fmla="*/ 335 w 353"/>
                  <a:gd name="T35" fmla="*/ 189 h 300"/>
                  <a:gd name="T36" fmla="*/ 314 w 353"/>
                  <a:gd name="T37" fmla="*/ 137 h 300"/>
                  <a:gd name="T38" fmla="*/ 283 w 353"/>
                  <a:gd name="T39" fmla="*/ 117 h 300"/>
                  <a:gd name="T40" fmla="*/ 241 w 353"/>
                  <a:gd name="T41" fmla="*/ 133 h 300"/>
                  <a:gd name="T42" fmla="*/ 141 w 353"/>
                  <a:gd name="T43" fmla="*/ 164 h 300"/>
                  <a:gd name="T44" fmla="*/ 63 w 353"/>
                  <a:gd name="T45" fmla="*/ 147 h 300"/>
                  <a:gd name="T46" fmla="*/ 44 w 353"/>
                  <a:gd name="T47" fmla="*/ 141 h 300"/>
                  <a:gd name="T48" fmla="*/ 44 w 353"/>
                  <a:gd name="T49" fmla="*/ 141 h 300"/>
                  <a:gd name="T50" fmla="*/ 19 w 353"/>
                  <a:gd name="T51" fmla="*/ 178 h 300"/>
                  <a:gd name="T52" fmla="*/ 17 w 353"/>
                  <a:gd name="T53" fmla="*/ 189 h 300"/>
                  <a:gd name="T54" fmla="*/ 17 w 353"/>
                  <a:gd name="T55" fmla="*/ 163 h 300"/>
                  <a:gd name="T56" fmla="*/ 160 w 353"/>
                  <a:gd name="T57" fmla="*/ 16 h 300"/>
                  <a:gd name="T58" fmla="*/ 160 w 353"/>
                  <a:gd name="T59" fmla="*/ 1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53" h="300">
                    <a:moveTo>
                      <a:pt x="160" y="0"/>
                    </a:moveTo>
                    <a:cubicBezTo>
                      <a:pt x="27" y="0"/>
                      <a:pt x="0" y="83"/>
                      <a:pt x="0" y="163"/>
                    </a:cubicBezTo>
                    <a:cubicBezTo>
                      <a:pt x="0" y="250"/>
                      <a:pt x="26" y="300"/>
                      <a:pt x="26" y="300"/>
                    </a:cubicBezTo>
                    <a:cubicBezTo>
                      <a:pt x="29" y="268"/>
                      <a:pt x="29" y="229"/>
                      <a:pt x="35" y="180"/>
                    </a:cubicBezTo>
                    <a:cubicBezTo>
                      <a:pt x="37" y="164"/>
                      <a:pt x="39" y="158"/>
                      <a:pt x="44" y="158"/>
                    </a:cubicBezTo>
                    <a:cubicBezTo>
                      <a:pt x="54" y="158"/>
                      <a:pt x="76" y="180"/>
                      <a:pt x="141" y="180"/>
                    </a:cubicBezTo>
                    <a:cubicBezTo>
                      <a:pt x="218" y="180"/>
                      <a:pt x="259" y="134"/>
                      <a:pt x="283" y="134"/>
                    </a:cubicBezTo>
                    <a:cubicBezTo>
                      <a:pt x="290" y="134"/>
                      <a:pt x="295" y="137"/>
                      <a:pt x="300" y="145"/>
                    </a:cubicBezTo>
                    <a:cubicBezTo>
                      <a:pt x="335" y="207"/>
                      <a:pt x="321" y="261"/>
                      <a:pt x="326" y="300"/>
                    </a:cubicBezTo>
                    <a:cubicBezTo>
                      <a:pt x="326" y="300"/>
                      <a:pt x="353" y="248"/>
                      <a:pt x="353" y="163"/>
                    </a:cubicBezTo>
                    <a:cubicBezTo>
                      <a:pt x="353" y="111"/>
                      <a:pt x="344" y="39"/>
                      <a:pt x="282" y="39"/>
                    </a:cubicBezTo>
                    <a:cubicBezTo>
                      <a:pt x="256" y="9"/>
                      <a:pt x="214" y="0"/>
                      <a:pt x="160" y="0"/>
                    </a:cubicBezTo>
                    <a:close/>
                    <a:moveTo>
                      <a:pt x="160" y="16"/>
                    </a:moveTo>
                    <a:cubicBezTo>
                      <a:pt x="216" y="16"/>
                      <a:pt x="250" y="27"/>
                      <a:pt x="270" y="50"/>
                    </a:cubicBezTo>
                    <a:lnTo>
                      <a:pt x="275" y="56"/>
                    </a:lnTo>
                    <a:lnTo>
                      <a:pt x="282" y="56"/>
                    </a:lnTo>
                    <a:cubicBezTo>
                      <a:pt x="296" y="56"/>
                      <a:pt x="336" y="56"/>
                      <a:pt x="336" y="163"/>
                    </a:cubicBezTo>
                    <a:cubicBezTo>
                      <a:pt x="336" y="172"/>
                      <a:pt x="336" y="181"/>
                      <a:pt x="335" y="189"/>
                    </a:cubicBezTo>
                    <a:cubicBezTo>
                      <a:pt x="331" y="172"/>
                      <a:pt x="325" y="155"/>
                      <a:pt x="314" y="137"/>
                    </a:cubicBezTo>
                    <a:cubicBezTo>
                      <a:pt x="305" y="121"/>
                      <a:pt x="292" y="117"/>
                      <a:pt x="283" y="117"/>
                    </a:cubicBezTo>
                    <a:cubicBezTo>
                      <a:pt x="270" y="117"/>
                      <a:pt x="258" y="124"/>
                      <a:pt x="241" y="133"/>
                    </a:cubicBezTo>
                    <a:cubicBezTo>
                      <a:pt x="217" y="147"/>
                      <a:pt x="186" y="164"/>
                      <a:pt x="141" y="164"/>
                    </a:cubicBezTo>
                    <a:cubicBezTo>
                      <a:pt x="98" y="164"/>
                      <a:pt x="76" y="153"/>
                      <a:pt x="63" y="147"/>
                    </a:cubicBezTo>
                    <a:cubicBezTo>
                      <a:pt x="56" y="144"/>
                      <a:pt x="50" y="141"/>
                      <a:pt x="44" y="141"/>
                    </a:cubicBezTo>
                    <a:lnTo>
                      <a:pt x="44" y="141"/>
                    </a:lnTo>
                    <a:cubicBezTo>
                      <a:pt x="23" y="141"/>
                      <a:pt x="20" y="163"/>
                      <a:pt x="19" y="178"/>
                    </a:cubicBezTo>
                    <a:cubicBezTo>
                      <a:pt x="18" y="182"/>
                      <a:pt x="18" y="185"/>
                      <a:pt x="17" y="189"/>
                    </a:cubicBezTo>
                    <a:cubicBezTo>
                      <a:pt x="17" y="181"/>
                      <a:pt x="17" y="172"/>
                      <a:pt x="17" y="163"/>
                    </a:cubicBezTo>
                    <a:cubicBezTo>
                      <a:pt x="17" y="63"/>
                      <a:pt x="62" y="16"/>
                      <a:pt x="160" y="16"/>
                    </a:cubicBezTo>
                    <a:lnTo>
                      <a:pt x="160" y="16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" name="Freeform 984">
                <a:extLst>
                  <a:ext uri="{FF2B5EF4-FFF2-40B4-BE49-F238E27FC236}">
                    <a16:creationId xmlns:a16="http://schemas.microsoft.com/office/drawing/2014/main" id="{1DA36AD5-1F4B-E933-D93D-054890B02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916238"/>
                <a:ext cx="12700" cy="101600"/>
              </a:xfrm>
              <a:custGeom>
                <a:avLst/>
                <a:gdLst>
                  <a:gd name="T0" fmla="*/ 17 w 17"/>
                  <a:gd name="T1" fmla="*/ 0 h 137"/>
                  <a:gd name="T2" fmla="*/ 14 w 17"/>
                  <a:gd name="T3" fmla="*/ 0 h 137"/>
                  <a:gd name="T4" fmla="*/ 0 w 17"/>
                  <a:gd name="T5" fmla="*/ 16 h 137"/>
                  <a:gd name="T6" fmla="*/ 1 w 17"/>
                  <a:gd name="T7" fmla="*/ 16 h 137"/>
                  <a:gd name="T8" fmla="*/ 1 w 17"/>
                  <a:gd name="T9" fmla="*/ 137 h 137"/>
                  <a:gd name="T10" fmla="*/ 17 w 17"/>
                  <a:gd name="T11" fmla="*/ 79 h 137"/>
                  <a:gd name="T12" fmla="*/ 17 w 17"/>
                  <a:gd name="T13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37">
                    <a:moveTo>
                      <a:pt x="17" y="0"/>
                    </a:moveTo>
                    <a:lnTo>
                      <a:pt x="14" y="0"/>
                    </a:lnTo>
                    <a:cubicBezTo>
                      <a:pt x="10" y="0"/>
                      <a:pt x="5" y="0"/>
                      <a:pt x="0" y="16"/>
                    </a:cubicBezTo>
                    <a:lnTo>
                      <a:pt x="1" y="16"/>
                    </a:lnTo>
                    <a:lnTo>
                      <a:pt x="1" y="137"/>
                    </a:lnTo>
                    <a:lnTo>
                      <a:pt x="17" y="79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" name="Freeform 985">
                <a:extLst>
                  <a:ext uri="{FF2B5EF4-FFF2-40B4-BE49-F238E27FC236}">
                    <a16:creationId xmlns:a16="http://schemas.microsoft.com/office/drawing/2014/main" id="{55F4304F-A1D0-683A-4706-B39F6A023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8538" y="2916238"/>
                <a:ext cx="14288" cy="101600"/>
              </a:xfrm>
              <a:custGeom>
                <a:avLst/>
                <a:gdLst>
                  <a:gd name="T0" fmla="*/ 17 w 18"/>
                  <a:gd name="T1" fmla="*/ 16 h 137"/>
                  <a:gd name="T2" fmla="*/ 18 w 18"/>
                  <a:gd name="T3" fmla="*/ 16 h 137"/>
                  <a:gd name="T4" fmla="*/ 3 w 18"/>
                  <a:gd name="T5" fmla="*/ 0 h 137"/>
                  <a:gd name="T6" fmla="*/ 0 w 18"/>
                  <a:gd name="T7" fmla="*/ 0 h 137"/>
                  <a:gd name="T8" fmla="*/ 0 w 18"/>
                  <a:gd name="T9" fmla="*/ 79 h 137"/>
                  <a:gd name="T10" fmla="*/ 17 w 18"/>
                  <a:gd name="T11" fmla="*/ 137 h 137"/>
                  <a:gd name="T12" fmla="*/ 17 w 18"/>
                  <a:gd name="T13" fmla="*/ 1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137">
                    <a:moveTo>
                      <a:pt x="17" y="16"/>
                    </a:moveTo>
                    <a:lnTo>
                      <a:pt x="18" y="16"/>
                    </a:lnTo>
                    <a:cubicBezTo>
                      <a:pt x="13" y="0"/>
                      <a:pt x="8" y="0"/>
                      <a:pt x="3" y="0"/>
                    </a:cubicBezTo>
                    <a:lnTo>
                      <a:pt x="0" y="0"/>
                    </a:lnTo>
                    <a:lnTo>
                      <a:pt x="0" y="79"/>
                    </a:lnTo>
                    <a:lnTo>
                      <a:pt x="17" y="137"/>
                    </a:lnTo>
                    <a:lnTo>
                      <a:pt x="17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" name="Freeform 986">
                <a:extLst>
                  <a:ext uri="{FF2B5EF4-FFF2-40B4-BE49-F238E27FC236}">
                    <a16:creationId xmlns:a16="http://schemas.microsoft.com/office/drawing/2014/main" id="{17C278C9-C809-F58B-5B3A-1895C6D2A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2676" y="2967038"/>
                <a:ext cx="153988" cy="227013"/>
              </a:xfrm>
              <a:custGeom>
                <a:avLst/>
                <a:gdLst>
                  <a:gd name="T0" fmla="*/ 169 w 208"/>
                  <a:gd name="T1" fmla="*/ 100 h 305"/>
                  <a:gd name="T2" fmla="*/ 208 w 208"/>
                  <a:gd name="T3" fmla="*/ 80 h 305"/>
                  <a:gd name="T4" fmla="*/ 177 w 208"/>
                  <a:gd name="T5" fmla="*/ 23 h 305"/>
                  <a:gd name="T6" fmla="*/ 82 w 208"/>
                  <a:gd name="T7" fmla="*/ 0 h 305"/>
                  <a:gd name="T8" fmla="*/ 0 w 208"/>
                  <a:gd name="T9" fmla="*/ 305 h 305"/>
                  <a:gd name="T10" fmla="*/ 18 w 208"/>
                  <a:gd name="T11" fmla="*/ 305 h 305"/>
                  <a:gd name="T12" fmla="*/ 94 w 208"/>
                  <a:gd name="T13" fmla="*/ 20 h 305"/>
                  <a:gd name="T14" fmla="*/ 166 w 208"/>
                  <a:gd name="T15" fmla="*/ 38 h 305"/>
                  <a:gd name="T16" fmla="*/ 185 w 208"/>
                  <a:gd name="T17" fmla="*/ 73 h 305"/>
                  <a:gd name="T18" fmla="*/ 141 w 208"/>
                  <a:gd name="T19" fmla="*/ 95 h 305"/>
                  <a:gd name="T20" fmla="*/ 177 w 208"/>
                  <a:gd name="T21" fmla="*/ 132 h 305"/>
                  <a:gd name="T22" fmla="*/ 60 w 208"/>
                  <a:gd name="T23" fmla="*/ 300 h 305"/>
                  <a:gd name="T24" fmla="*/ 84 w 208"/>
                  <a:gd name="T25" fmla="*/ 286 h 305"/>
                  <a:gd name="T26" fmla="*/ 199 w 208"/>
                  <a:gd name="T27" fmla="*/ 130 h 305"/>
                  <a:gd name="T28" fmla="*/ 169 w 208"/>
                  <a:gd name="T29" fmla="*/ 100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8" h="305">
                    <a:moveTo>
                      <a:pt x="169" y="100"/>
                    </a:moveTo>
                    <a:lnTo>
                      <a:pt x="208" y="80"/>
                    </a:lnTo>
                    <a:lnTo>
                      <a:pt x="177" y="23"/>
                    </a:lnTo>
                    <a:lnTo>
                      <a:pt x="82" y="0"/>
                    </a:lnTo>
                    <a:lnTo>
                      <a:pt x="0" y="305"/>
                    </a:lnTo>
                    <a:cubicBezTo>
                      <a:pt x="6" y="305"/>
                      <a:pt x="12" y="305"/>
                      <a:pt x="18" y="305"/>
                    </a:cubicBezTo>
                    <a:lnTo>
                      <a:pt x="94" y="20"/>
                    </a:lnTo>
                    <a:lnTo>
                      <a:pt x="166" y="38"/>
                    </a:lnTo>
                    <a:lnTo>
                      <a:pt x="185" y="73"/>
                    </a:lnTo>
                    <a:lnTo>
                      <a:pt x="141" y="95"/>
                    </a:lnTo>
                    <a:lnTo>
                      <a:pt x="177" y="132"/>
                    </a:lnTo>
                    <a:lnTo>
                      <a:pt x="60" y="300"/>
                    </a:lnTo>
                    <a:cubicBezTo>
                      <a:pt x="68" y="298"/>
                      <a:pt x="76" y="288"/>
                      <a:pt x="84" y="286"/>
                    </a:cubicBezTo>
                    <a:lnTo>
                      <a:pt x="199" y="130"/>
                    </a:lnTo>
                    <a:lnTo>
                      <a:pt x="169" y="10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" name="Freeform 987">
                <a:extLst>
                  <a:ext uri="{FF2B5EF4-FFF2-40B4-BE49-F238E27FC236}">
                    <a16:creationId xmlns:a16="http://schemas.microsoft.com/office/drawing/2014/main" id="{B966BBF8-2328-F51E-8696-A7FEA06B7F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1226" y="2967038"/>
                <a:ext cx="153988" cy="227013"/>
              </a:xfrm>
              <a:custGeom>
                <a:avLst/>
                <a:gdLst>
                  <a:gd name="T0" fmla="*/ 30 w 208"/>
                  <a:gd name="T1" fmla="*/ 132 h 305"/>
                  <a:gd name="T2" fmla="*/ 67 w 208"/>
                  <a:gd name="T3" fmla="*/ 95 h 305"/>
                  <a:gd name="T4" fmla="*/ 22 w 208"/>
                  <a:gd name="T5" fmla="*/ 73 h 305"/>
                  <a:gd name="T6" fmla="*/ 42 w 208"/>
                  <a:gd name="T7" fmla="*/ 38 h 305"/>
                  <a:gd name="T8" fmla="*/ 113 w 208"/>
                  <a:gd name="T9" fmla="*/ 20 h 305"/>
                  <a:gd name="T10" fmla="*/ 190 w 208"/>
                  <a:gd name="T11" fmla="*/ 305 h 305"/>
                  <a:gd name="T12" fmla="*/ 208 w 208"/>
                  <a:gd name="T13" fmla="*/ 305 h 305"/>
                  <a:gd name="T14" fmla="*/ 125 w 208"/>
                  <a:gd name="T15" fmla="*/ 0 h 305"/>
                  <a:gd name="T16" fmla="*/ 30 w 208"/>
                  <a:gd name="T17" fmla="*/ 23 h 305"/>
                  <a:gd name="T18" fmla="*/ 0 w 208"/>
                  <a:gd name="T19" fmla="*/ 80 h 305"/>
                  <a:gd name="T20" fmla="*/ 39 w 208"/>
                  <a:gd name="T21" fmla="*/ 100 h 305"/>
                  <a:gd name="T22" fmla="*/ 8 w 208"/>
                  <a:gd name="T23" fmla="*/ 130 h 305"/>
                  <a:gd name="T24" fmla="*/ 123 w 208"/>
                  <a:gd name="T25" fmla="*/ 286 h 305"/>
                  <a:gd name="T26" fmla="*/ 147 w 208"/>
                  <a:gd name="T27" fmla="*/ 300 h 305"/>
                  <a:gd name="T28" fmla="*/ 30 w 208"/>
                  <a:gd name="T29" fmla="*/ 13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8" h="305">
                    <a:moveTo>
                      <a:pt x="30" y="132"/>
                    </a:moveTo>
                    <a:lnTo>
                      <a:pt x="67" y="95"/>
                    </a:lnTo>
                    <a:lnTo>
                      <a:pt x="22" y="73"/>
                    </a:lnTo>
                    <a:lnTo>
                      <a:pt x="42" y="38"/>
                    </a:lnTo>
                    <a:lnTo>
                      <a:pt x="113" y="20"/>
                    </a:lnTo>
                    <a:lnTo>
                      <a:pt x="190" y="305"/>
                    </a:lnTo>
                    <a:cubicBezTo>
                      <a:pt x="196" y="305"/>
                      <a:pt x="202" y="305"/>
                      <a:pt x="208" y="305"/>
                    </a:cubicBezTo>
                    <a:lnTo>
                      <a:pt x="125" y="0"/>
                    </a:lnTo>
                    <a:lnTo>
                      <a:pt x="30" y="23"/>
                    </a:lnTo>
                    <a:lnTo>
                      <a:pt x="0" y="80"/>
                    </a:lnTo>
                    <a:lnTo>
                      <a:pt x="39" y="100"/>
                    </a:lnTo>
                    <a:lnTo>
                      <a:pt x="8" y="130"/>
                    </a:lnTo>
                    <a:lnTo>
                      <a:pt x="123" y="286"/>
                    </a:lnTo>
                    <a:cubicBezTo>
                      <a:pt x="131" y="288"/>
                      <a:pt x="139" y="298"/>
                      <a:pt x="147" y="300"/>
                    </a:cubicBezTo>
                    <a:lnTo>
                      <a:pt x="30" y="132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" name="Freeform 988">
                <a:extLst>
                  <a:ext uri="{FF2B5EF4-FFF2-40B4-BE49-F238E27FC236}">
                    <a16:creationId xmlns:a16="http://schemas.microsoft.com/office/drawing/2014/main" id="{5F08AF16-64C9-4FE5-8321-D76E54D00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9326" y="2806700"/>
                <a:ext cx="247650" cy="155575"/>
              </a:xfrm>
              <a:custGeom>
                <a:avLst/>
                <a:gdLst>
                  <a:gd name="T0" fmla="*/ 316 w 333"/>
                  <a:gd name="T1" fmla="*/ 17 h 208"/>
                  <a:gd name="T2" fmla="*/ 316 w 333"/>
                  <a:gd name="T3" fmla="*/ 16 h 208"/>
                  <a:gd name="T4" fmla="*/ 316 w 333"/>
                  <a:gd name="T5" fmla="*/ 16 h 208"/>
                  <a:gd name="T6" fmla="*/ 299 w 333"/>
                  <a:gd name="T7" fmla="*/ 32 h 208"/>
                  <a:gd name="T8" fmla="*/ 166 w 333"/>
                  <a:gd name="T9" fmla="*/ 192 h 208"/>
                  <a:gd name="T10" fmla="*/ 33 w 333"/>
                  <a:gd name="T11" fmla="*/ 32 h 208"/>
                  <a:gd name="T12" fmla="*/ 17 w 333"/>
                  <a:gd name="T13" fmla="*/ 16 h 208"/>
                  <a:gd name="T14" fmla="*/ 17 w 333"/>
                  <a:gd name="T15" fmla="*/ 16 h 208"/>
                  <a:gd name="T16" fmla="*/ 16 w 333"/>
                  <a:gd name="T17" fmla="*/ 17 h 208"/>
                  <a:gd name="T18" fmla="*/ 0 w 333"/>
                  <a:gd name="T19" fmla="*/ 0 h 208"/>
                  <a:gd name="T20" fmla="*/ 0 w 333"/>
                  <a:gd name="T21" fmla="*/ 17 h 208"/>
                  <a:gd name="T22" fmla="*/ 16 w 333"/>
                  <a:gd name="T23" fmla="*/ 33 h 208"/>
                  <a:gd name="T24" fmla="*/ 17 w 333"/>
                  <a:gd name="T25" fmla="*/ 33 h 208"/>
                  <a:gd name="T26" fmla="*/ 166 w 333"/>
                  <a:gd name="T27" fmla="*/ 208 h 208"/>
                  <a:gd name="T28" fmla="*/ 316 w 333"/>
                  <a:gd name="T29" fmla="*/ 33 h 208"/>
                  <a:gd name="T30" fmla="*/ 316 w 333"/>
                  <a:gd name="T31" fmla="*/ 33 h 208"/>
                  <a:gd name="T32" fmla="*/ 333 w 333"/>
                  <a:gd name="T33" fmla="*/ 17 h 208"/>
                  <a:gd name="T34" fmla="*/ 333 w 333"/>
                  <a:gd name="T35" fmla="*/ 0 h 208"/>
                  <a:gd name="T36" fmla="*/ 316 w 333"/>
                  <a:gd name="T37" fmla="*/ 17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3" h="208">
                    <a:moveTo>
                      <a:pt x="316" y="17"/>
                    </a:moveTo>
                    <a:cubicBezTo>
                      <a:pt x="316" y="17"/>
                      <a:pt x="316" y="16"/>
                      <a:pt x="316" y="16"/>
                    </a:cubicBezTo>
                    <a:lnTo>
                      <a:pt x="316" y="16"/>
                    </a:lnTo>
                    <a:cubicBezTo>
                      <a:pt x="307" y="16"/>
                      <a:pt x="300" y="23"/>
                      <a:pt x="299" y="32"/>
                    </a:cubicBezTo>
                    <a:cubicBezTo>
                      <a:pt x="295" y="110"/>
                      <a:pt x="226" y="192"/>
                      <a:pt x="166" y="192"/>
                    </a:cubicBezTo>
                    <a:cubicBezTo>
                      <a:pt x="106" y="192"/>
                      <a:pt x="38" y="110"/>
                      <a:pt x="33" y="32"/>
                    </a:cubicBezTo>
                    <a:cubicBezTo>
                      <a:pt x="33" y="23"/>
                      <a:pt x="26" y="16"/>
                      <a:pt x="17" y="16"/>
                    </a:cubicBezTo>
                    <a:lnTo>
                      <a:pt x="17" y="16"/>
                    </a:lnTo>
                    <a:cubicBezTo>
                      <a:pt x="17" y="16"/>
                      <a:pt x="16" y="17"/>
                      <a:pt x="16" y="17"/>
                    </a:cubicBezTo>
                    <a:cubicBezTo>
                      <a:pt x="7" y="17"/>
                      <a:pt x="0" y="9"/>
                      <a:pt x="0" y="0"/>
                    </a:cubicBezTo>
                    <a:lnTo>
                      <a:pt x="0" y="17"/>
                    </a:lnTo>
                    <a:cubicBezTo>
                      <a:pt x="0" y="26"/>
                      <a:pt x="7" y="33"/>
                      <a:pt x="16" y="33"/>
                    </a:cubicBezTo>
                    <a:cubicBezTo>
                      <a:pt x="16" y="33"/>
                      <a:pt x="17" y="33"/>
                      <a:pt x="17" y="33"/>
                    </a:cubicBezTo>
                    <a:cubicBezTo>
                      <a:pt x="21" y="114"/>
                      <a:pt x="94" y="208"/>
                      <a:pt x="166" y="208"/>
                    </a:cubicBezTo>
                    <a:cubicBezTo>
                      <a:pt x="239" y="208"/>
                      <a:pt x="311" y="114"/>
                      <a:pt x="316" y="33"/>
                    </a:cubicBezTo>
                    <a:cubicBezTo>
                      <a:pt x="316" y="33"/>
                      <a:pt x="316" y="33"/>
                      <a:pt x="316" y="33"/>
                    </a:cubicBezTo>
                    <a:cubicBezTo>
                      <a:pt x="325" y="33"/>
                      <a:pt x="333" y="26"/>
                      <a:pt x="333" y="17"/>
                    </a:cubicBezTo>
                    <a:lnTo>
                      <a:pt x="333" y="0"/>
                    </a:lnTo>
                    <a:cubicBezTo>
                      <a:pt x="333" y="9"/>
                      <a:pt x="325" y="17"/>
                      <a:pt x="316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" name="Freeform 989">
                <a:extLst>
                  <a:ext uri="{FF2B5EF4-FFF2-40B4-BE49-F238E27FC236}">
                    <a16:creationId xmlns:a16="http://schemas.microsoft.com/office/drawing/2014/main" id="{A99C1CD9-023B-A637-7BFC-77A06F49F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3001" y="2968625"/>
                <a:ext cx="193675" cy="49213"/>
              </a:xfrm>
              <a:custGeom>
                <a:avLst/>
                <a:gdLst>
                  <a:gd name="T0" fmla="*/ 211 w 262"/>
                  <a:gd name="T1" fmla="*/ 66 h 66"/>
                  <a:gd name="T2" fmla="*/ 241 w 262"/>
                  <a:gd name="T3" fmla="*/ 63 h 66"/>
                  <a:gd name="T4" fmla="*/ 262 w 262"/>
                  <a:gd name="T5" fmla="*/ 65 h 66"/>
                  <a:gd name="T6" fmla="*/ 243 w 262"/>
                  <a:gd name="T7" fmla="*/ 57 h 66"/>
                  <a:gd name="T8" fmla="*/ 161 w 262"/>
                  <a:gd name="T9" fmla="*/ 38 h 66"/>
                  <a:gd name="T10" fmla="*/ 0 w 262"/>
                  <a:gd name="T11" fmla="*/ 0 h 66"/>
                  <a:gd name="T12" fmla="*/ 0 w 262"/>
                  <a:gd name="T13" fmla="*/ 18 h 66"/>
                  <a:gd name="T14" fmla="*/ 157 w 262"/>
                  <a:gd name="T15" fmla="*/ 54 h 66"/>
                  <a:gd name="T16" fmla="*/ 211 w 262"/>
                  <a:gd name="T17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2" h="66">
                    <a:moveTo>
                      <a:pt x="211" y="66"/>
                    </a:moveTo>
                    <a:cubicBezTo>
                      <a:pt x="221" y="64"/>
                      <a:pt x="231" y="63"/>
                      <a:pt x="241" y="63"/>
                    </a:cubicBezTo>
                    <a:cubicBezTo>
                      <a:pt x="248" y="63"/>
                      <a:pt x="255" y="64"/>
                      <a:pt x="262" y="65"/>
                    </a:cubicBezTo>
                    <a:cubicBezTo>
                      <a:pt x="255" y="61"/>
                      <a:pt x="249" y="58"/>
                      <a:pt x="243" y="57"/>
                    </a:cubicBezTo>
                    <a:cubicBezTo>
                      <a:pt x="220" y="51"/>
                      <a:pt x="192" y="45"/>
                      <a:pt x="161" y="38"/>
                    </a:cubicBezTo>
                    <a:cubicBezTo>
                      <a:pt x="114" y="27"/>
                      <a:pt x="51" y="13"/>
                      <a:pt x="0" y="0"/>
                    </a:cubicBezTo>
                    <a:lnTo>
                      <a:pt x="0" y="18"/>
                    </a:lnTo>
                    <a:cubicBezTo>
                      <a:pt x="39" y="27"/>
                      <a:pt x="91" y="39"/>
                      <a:pt x="157" y="54"/>
                    </a:cubicBezTo>
                    <a:cubicBezTo>
                      <a:pt x="176" y="58"/>
                      <a:pt x="195" y="63"/>
                      <a:pt x="211" y="66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" name="Freeform 990">
                <a:extLst>
                  <a:ext uri="{FF2B5EF4-FFF2-40B4-BE49-F238E27FC236}">
                    <a16:creationId xmlns:a16="http://schemas.microsoft.com/office/drawing/2014/main" id="{65EB8B8C-7BBA-402F-A038-DB0C1F006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4226" y="2968625"/>
                <a:ext cx="449263" cy="233363"/>
              </a:xfrm>
              <a:custGeom>
                <a:avLst/>
                <a:gdLst>
                  <a:gd name="T0" fmla="*/ 598 w 604"/>
                  <a:gd name="T1" fmla="*/ 243 h 313"/>
                  <a:gd name="T2" fmla="*/ 389 w 604"/>
                  <a:gd name="T3" fmla="*/ 296 h 313"/>
                  <a:gd name="T4" fmla="*/ 22 w 604"/>
                  <a:gd name="T5" fmla="*/ 93 h 313"/>
                  <a:gd name="T6" fmla="*/ 57 w 604"/>
                  <a:gd name="T7" fmla="*/ 73 h 313"/>
                  <a:gd name="T8" fmla="*/ 142 w 604"/>
                  <a:gd name="T9" fmla="*/ 53 h 313"/>
                  <a:gd name="T10" fmla="*/ 299 w 604"/>
                  <a:gd name="T11" fmla="*/ 17 h 313"/>
                  <a:gd name="T12" fmla="*/ 299 w 604"/>
                  <a:gd name="T13" fmla="*/ 0 h 313"/>
                  <a:gd name="T14" fmla="*/ 139 w 604"/>
                  <a:gd name="T15" fmla="*/ 37 h 313"/>
                  <a:gd name="T16" fmla="*/ 53 w 604"/>
                  <a:gd name="T17" fmla="*/ 56 h 313"/>
                  <a:gd name="T18" fmla="*/ 0 w 604"/>
                  <a:gd name="T19" fmla="*/ 89 h 313"/>
                  <a:gd name="T20" fmla="*/ 389 w 604"/>
                  <a:gd name="T21" fmla="*/ 313 h 313"/>
                  <a:gd name="T22" fmla="*/ 604 w 604"/>
                  <a:gd name="T23" fmla="*/ 258 h 313"/>
                  <a:gd name="T24" fmla="*/ 598 w 604"/>
                  <a:gd name="T25" fmla="*/ 243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4" h="313">
                    <a:moveTo>
                      <a:pt x="598" y="243"/>
                    </a:moveTo>
                    <a:cubicBezTo>
                      <a:pt x="536" y="277"/>
                      <a:pt x="465" y="296"/>
                      <a:pt x="389" y="296"/>
                    </a:cubicBezTo>
                    <a:cubicBezTo>
                      <a:pt x="235" y="296"/>
                      <a:pt x="99" y="215"/>
                      <a:pt x="22" y="93"/>
                    </a:cubicBezTo>
                    <a:cubicBezTo>
                      <a:pt x="33" y="83"/>
                      <a:pt x="45" y="76"/>
                      <a:pt x="57" y="73"/>
                    </a:cubicBezTo>
                    <a:cubicBezTo>
                      <a:pt x="81" y="67"/>
                      <a:pt x="110" y="60"/>
                      <a:pt x="142" y="53"/>
                    </a:cubicBezTo>
                    <a:cubicBezTo>
                      <a:pt x="208" y="38"/>
                      <a:pt x="260" y="26"/>
                      <a:pt x="299" y="17"/>
                    </a:cubicBezTo>
                    <a:lnTo>
                      <a:pt x="299" y="0"/>
                    </a:lnTo>
                    <a:cubicBezTo>
                      <a:pt x="249" y="12"/>
                      <a:pt x="187" y="26"/>
                      <a:pt x="139" y="37"/>
                    </a:cubicBezTo>
                    <a:cubicBezTo>
                      <a:pt x="107" y="44"/>
                      <a:pt x="77" y="52"/>
                      <a:pt x="53" y="56"/>
                    </a:cubicBezTo>
                    <a:cubicBezTo>
                      <a:pt x="33" y="60"/>
                      <a:pt x="10" y="78"/>
                      <a:pt x="0" y="89"/>
                    </a:cubicBezTo>
                    <a:cubicBezTo>
                      <a:pt x="78" y="223"/>
                      <a:pt x="223" y="313"/>
                      <a:pt x="389" y="313"/>
                    </a:cubicBezTo>
                    <a:cubicBezTo>
                      <a:pt x="467" y="313"/>
                      <a:pt x="541" y="293"/>
                      <a:pt x="604" y="258"/>
                    </a:cubicBezTo>
                    <a:cubicBezTo>
                      <a:pt x="602" y="253"/>
                      <a:pt x="600" y="248"/>
                      <a:pt x="598" y="24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" name="Freeform 991">
                <a:extLst>
                  <a:ext uri="{FF2B5EF4-FFF2-40B4-BE49-F238E27FC236}">
                    <a16:creationId xmlns:a16="http://schemas.microsoft.com/office/drawing/2014/main" id="{A4737A38-80C7-1D04-9B09-184A05CF6B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5076" y="3027363"/>
                <a:ext cx="173038" cy="174625"/>
              </a:xfrm>
              <a:custGeom>
                <a:avLst/>
                <a:gdLst>
                  <a:gd name="T0" fmla="*/ 212 w 233"/>
                  <a:gd name="T1" fmla="*/ 85 h 233"/>
                  <a:gd name="T2" fmla="*/ 217 w 233"/>
                  <a:gd name="T3" fmla="*/ 116 h 233"/>
                  <a:gd name="T4" fmla="*/ 117 w 233"/>
                  <a:gd name="T5" fmla="*/ 216 h 233"/>
                  <a:gd name="T6" fmla="*/ 17 w 233"/>
                  <a:gd name="T7" fmla="*/ 116 h 233"/>
                  <a:gd name="T8" fmla="*/ 117 w 233"/>
                  <a:gd name="T9" fmla="*/ 16 h 233"/>
                  <a:gd name="T10" fmla="*/ 184 w 233"/>
                  <a:gd name="T11" fmla="*/ 42 h 233"/>
                  <a:gd name="T12" fmla="*/ 195 w 233"/>
                  <a:gd name="T13" fmla="*/ 30 h 233"/>
                  <a:gd name="T14" fmla="*/ 117 w 233"/>
                  <a:gd name="T15" fmla="*/ 0 h 233"/>
                  <a:gd name="T16" fmla="*/ 0 w 233"/>
                  <a:gd name="T17" fmla="*/ 116 h 233"/>
                  <a:gd name="T18" fmla="*/ 117 w 233"/>
                  <a:gd name="T19" fmla="*/ 233 h 233"/>
                  <a:gd name="T20" fmla="*/ 233 w 233"/>
                  <a:gd name="T21" fmla="*/ 116 h 233"/>
                  <a:gd name="T22" fmla="*/ 224 w 233"/>
                  <a:gd name="T23" fmla="*/ 72 h 233"/>
                  <a:gd name="T24" fmla="*/ 212 w 233"/>
                  <a:gd name="T25" fmla="*/ 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3" h="233">
                    <a:moveTo>
                      <a:pt x="212" y="85"/>
                    </a:moveTo>
                    <a:cubicBezTo>
                      <a:pt x="215" y="95"/>
                      <a:pt x="217" y="106"/>
                      <a:pt x="217" y="116"/>
                    </a:cubicBezTo>
                    <a:cubicBezTo>
                      <a:pt x="217" y="171"/>
                      <a:pt x="172" y="216"/>
                      <a:pt x="117" y="216"/>
                    </a:cubicBezTo>
                    <a:cubicBezTo>
                      <a:pt x="62" y="216"/>
                      <a:pt x="17" y="171"/>
                      <a:pt x="17" y="116"/>
                    </a:cubicBezTo>
                    <a:cubicBezTo>
                      <a:pt x="17" y="61"/>
                      <a:pt x="62" y="16"/>
                      <a:pt x="117" y="16"/>
                    </a:cubicBezTo>
                    <a:cubicBezTo>
                      <a:pt x="142" y="16"/>
                      <a:pt x="166" y="26"/>
                      <a:pt x="184" y="42"/>
                    </a:cubicBezTo>
                    <a:lnTo>
                      <a:pt x="195" y="30"/>
                    </a:lnTo>
                    <a:cubicBezTo>
                      <a:pt x="174" y="11"/>
                      <a:pt x="147" y="0"/>
                      <a:pt x="117" y="0"/>
                    </a:cubicBezTo>
                    <a:cubicBezTo>
                      <a:pt x="52" y="0"/>
                      <a:pt x="0" y="52"/>
                      <a:pt x="0" y="116"/>
                    </a:cubicBezTo>
                    <a:cubicBezTo>
                      <a:pt x="0" y="181"/>
                      <a:pt x="52" y="233"/>
                      <a:pt x="117" y="233"/>
                    </a:cubicBezTo>
                    <a:cubicBezTo>
                      <a:pt x="181" y="233"/>
                      <a:pt x="233" y="181"/>
                      <a:pt x="233" y="116"/>
                    </a:cubicBezTo>
                    <a:cubicBezTo>
                      <a:pt x="233" y="101"/>
                      <a:pt x="230" y="85"/>
                      <a:pt x="224" y="72"/>
                    </a:cubicBezTo>
                    <a:lnTo>
                      <a:pt x="212" y="85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" name="Freeform 992">
                <a:extLst>
                  <a:ext uri="{FF2B5EF4-FFF2-40B4-BE49-F238E27FC236}">
                    <a16:creationId xmlns:a16="http://schemas.microsoft.com/office/drawing/2014/main" id="{6A7033C3-D113-DF31-ACCE-A4D36620A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3176" y="3040063"/>
                <a:ext cx="141288" cy="106363"/>
              </a:xfrm>
              <a:custGeom>
                <a:avLst/>
                <a:gdLst>
                  <a:gd name="T0" fmla="*/ 64 w 190"/>
                  <a:gd name="T1" fmla="*/ 144 h 144"/>
                  <a:gd name="T2" fmla="*/ 64 w 190"/>
                  <a:gd name="T3" fmla="*/ 144 h 144"/>
                  <a:gd name="T4" fmla="*/ 58 w 190"/>
                  <a:gd name="T5" fmla="*/ 141 h 144"/>
                  <a:gd name="T6" fmla="*/ 0 w 190"/>
                  <a:gd name="T7" fmla="*/ 72 h 144"/>
                  <a:gd name="T8" fmla="*/ 13 w 190"/>
                  <a:gd name="T9" fmla="*/ 61 h 144"/>
                  <a:gd name="T10" fmla="*/ 65 w 190"/>
                  <a:gd name="T11" fmla="*/ 123 h 144"/>
                  <a:gd name="T12" fmla="*/ 178 w 190"/>
                  <a:gd name="T13" fmla="*/ 0 h 144"/>
                  <a:gd name="T14" fmla="*/ 190 w 190"/>
                  <a:gd name="T15" fmla="*/ 11 h 144"/>
                  <a:gd name="T16" fmla="*/ 71 w 190"/>
                  <a:gd name="T17" fmla="*/ 142 h 144"/>
                  <a:gd name="T18" fmla="*/ 64 w 190"/>
                  <a:gd name="T1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144">
                    <a:moveTo>
                      <a:pt x="64" y="144"/>
                    </a:moveTo>
                    <a:lnTo>
                      <a:pt x="64" y="144"/>
                    </a:lnTo>
                    <a:cubicBezTo>
                      <a:pt x="62" y="144"/>
                      <a:pt x="60" y="143"/>
                      <a:pt x="58" y="141"/>
                    </a:cubicBezTo>
                    <a:lnTo>
                      <a:pt x="0" y="72"/>
                    </a:lnTo>
                    <a:lnTo>
                      <a:pt x="13" y="61"/>
                    </a:lnTo>
                    <a:lnTo>
                      <a:pt x="65" y="123"/>
                    </a:lnTo>
                    <a:lnTo>
                      <a:pt x="178" y="0"/>
                    </a:lnTo>
                    <a:lnTo>
                      <a:pt x="190" y="11"/>
                    </a:lnTo>
                    <a:lnTo>
                      <a:pt x="71" y="142"/>
                    </a:lnTo>
                    <a:cubicBezTo>
                      <a:pt x="69" y="143"/>
                      <a:pt x="67" y="144"/>
                      <a:pt x="64" y="1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  <p:grpSp>
        <p:nvGrpSpPr>
          <p:cNvPr id="99" name="Total_return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E4EEA01A-1987-B2BA-BCB5-E5491D3C3BE6}"/>
              </a:ext>
            </a:extLst>
          </p:cNvPr>
          <p:cNvGrpSpPr>
            <a:grpSpLocks noChangeAspect="1"/>
          </p:cNvGrpSpPr>
          <p:nvPr/>
        </p:nvGrpSpPr>
        <p:grpSpPr>
          <a:xfrm>
            <a:off x="6311851" y="3350878"/>
            <a:ext cx="432048" cy="458533"/>
            <a:chOff x="6256339" y="4279901"/>
            <a:chExt cx="414338" cy="439738"/>
          </a:xfrm>
          <a:solidFill>
            <a:schemeClr val="accent1"/>
          </a:solidFill>
        </p:grpSpPr>
        <p:sp>
          <p:nvSpPr>
            <p:cNvPr id="100" name="Freeform 784">
              <a:extLst>
                <a:ext uri="{FF2B5EF4-FFF2-40B4-BE49-F238E27FC236}">
                  <a16:creationId xmlns:a16="http://schemas.microsoft.com/office/drawing/2014/main" id="{B4E73EC6-E13E-9B9D-A705-79D5AE6AE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4" y="4311651"/>
              <a:ext cx="227013" cy="373063"/>
            </a:xfrm>
            <a:custGeom>
              <a:avLst/>
              <a:gdLst>
                <a:gd name="T0" fmla="*/ 89 w 298"/>
                <a:gd name="T1" fmla="*/ 490 h 490"/>
                <a:gd name="T2" fmla="*/ 87 w 298"/>
                <a:gd name="T3" fmla="*/ 474 h 490"/>
                <a:gd name="T4" fmla="*/ 282 w 298"/>
                <a:gd name="T5" fmla="*/ 246 h 490"/>
                <a:gd name="T6" fmla="*/ 52 w 298"/>
                <a:gd name="T7" fmla="*/ 16 h 490"/>
                <a:gd name="T8" fmla="*/ 0 w 298"/>
                <a:gd name="T9" fmla="*/ 16 h 490"/>
                <a:gd name="T10" fmla="*/ 0 w 298"/>
                <a:gd name="T11" fmla="*/ 0 h 490"/>
                <a:gd name="T12" fmla="*/ 52 w 298"/>
                <a:gd name="T13" fmla="*/ 0 h 490"/>
                <a:gd name="T14" fmla="*/ 298 w 298"/>
                <a:gd name="T15" fmla="*/ 246 h 490"/>
                <a:gd name="T16" fmla="*/ 89 w 298"/>
                <a:gd name="T17" fmla="*/ 49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8" h="490">
                  <a:moveTo>
                    <a:pt x="89" y="490"/>
                  </a:moveTo>
                  <a:lnTo>
                    <a:pt x="87" y="474"/>
                  </a:lnTo>
                  <a:cubicBezTo>
                    <a:pt x="198" y="457"/>
                    <a:pt x="282" y="359"/>
                    <a:pt x="282" y="246"/>
                  </a:cubicBezTo>
                  <a:cubicBezTo>
                    <a:pt x="282" y="119"/>
                    <a:pt x="179" y="16"/>
                    <a:pt x="52" y="16"/>
                  </a:cubicBezTo>
                  <a:lnTo>
                    <a:pt x="0" y="16"/>
                  </a:lnTo>
                  <a:lnTo>
                    <a:pt x="0" y="0"/>
                  </a:lnTo>
                  <a:lnTo>
                    <a:pt x="52" y="0"/>
                  </a:lnTo>
                  <a:cubicBezTo>
                    <a:pt x="188" y="0"/>
                    <a:pt x="298" y="110"/>
                    <a:pt x="298" y="246"/>
                  </a:cubicBezTo>
                  <a:cubicBezTo>
                    <a:pt x="298" y="367"/>
                    <a:pt x="209" y="472"/>
                    <a:pt x="89" y="49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785">
              <a:extLst>
                <a:ext uri="{FF2B5EF4-FFF2-40B4-BE49-F238E27FC236}">
                  <a16:creationId xmlns:a16="http://schemas.microsoft.com/office/drawing/2014/main" id="{E0AF4ED1-E87A-B7E1-1DD7-84677604D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4139" y="4279901"/>
              <a:ext cx="49213" cy="76200"/>
            </a:xfrm>
            <a:custGeom>
              <a:avLst/>
              <a:gdLst>
                <a:gd name="T0" fmla="*/ 25 w 31"/>
                <a:gd name="T1" fmla="*/ 48 h 48"/>
                <a:gd name="T2" fmla="*/ 0 w 31"/>
                <a:gd name="T3" fmla="*/ 24 h 48"/>
                <a:gd name="T4" fmla="*/ 25 w 31"/>
                <a:gd name="T5" fmla="*/ 0 h 48"/>
                <a:gd name="T6" fmla="*/ 31 w 31"/>
                <a:gd name="T7" fmla="*/ 5 h 48"/>
                <a:gd name="T8" fmla="*/ 12 w 31"/>
                <a:gd name="T9" fmla="*/ 24 h 48"/>
                <a:gd name="T10" fmla="*/ 31 w 31"/>
                <a:gd name="T11" fmla="*/ 43 h 48"/>
                <a:gd name="T12" fmla="*/ 25 w 31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8">
                  <a:moveTo>
                    <a:pt x="25" y="48"/>
                  </a:moveTo>
                  <a:lnTo>
                    <a:pt x="0" y="24"/>
                  </a:lnTo>
                  <a:lnTo>
                    <a:pt x="25" y="0"/>
                  </a:lnTo>
                  <a:lnTo>
                    <a:pt x="31" y="5"/>
                  </a:lnTo>
                  <a:lnTo>
                    <a:pt x="12" y="24"/>
                  </a:lnTo>
                  <a:lnTo>
                    <a:pt x="31" y="43"/>
                  </a:lnTo>
                  <a:lnTo>
                    <a:pt x="25" y="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86">
              <a:extLst>
                <a:ext uri="{FF2B5EF4-FFF2-40B4-BE49-F238E27FC236}">
                  <a16:creationId xmlns:a16="http://schemas.microsoft.com/office/drawing/2014/main" id="{A9B73505-ECA0-266B-B086-DE91B644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339" y="4313239"/>
              <a:ext cx="227013" cy="374650"/>
            </a:xfrm>
            <a:custGeom>
              <a:avLst/>
              <a:gdLst>
                <a:gd name="T0" fmla="*/ 298 w 298"/>
                <a:gd name="T1" fmla="*/ 491 h 491"/>
                <a:gd name="T2" fmla="*/ 246 w 298"/>
                <a:gd name="T3" fmla="*/ 491 h 491"/>
                <a:gd name="T4" fmla="*/ 0 w 298"/>
                <a:gd name="T5" fmla="*/ 244 h 491"/>
                <a:gd name="T6" fmla="*/ 209 w 298"/>
                <a:gd name="T7" fmla="*/ 0 h 491"/>
                <a:gd name="T8" fmla="*/ 211 w 298"/>
                <a:gd name="T9" fmla="*/ 17 h 491"/>
                <a:gd name="T10" fmla="*/ 16 w 298"/>
                <a:gd name="T11" fmla="*/ 244 h 491"/>
                <a:gd name="T12" fmla="*/ 246 w 298"/>
                <a:gd name="T13" fmla="*/ 474 h 491"/>
                <a:gd name="T14" fmla="*/ 298 w 298"/>
                <a:gd name="T15" fmla="*/ 474 h 491"/>
                <a:gd name="T16" fmla="*/ 298 w 298"/>
                <a:gd name="T17" fmla="*/ 49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8" h="491">
                  <a:moveTo>
                    <a:pt x="298" y="491"/>
                  </a:moveTo>
                  <a:lnTo>
                    <a:pt x="246" y="491"/>
                  </a:lnTo>
                  <a:cubicBezTo>
                    <a:pt x="110" y="491"/>
                    <a:pt x="0" y="380"/>
                    <a:pt x="0" y="244"/>
                  </a:cubicBezTo>
                  <a:cubicBezTo>
                    <a:pt x="0" y="123"/>
                    <a:pt x="89" y="19"/>
                    <a:pt x="209" y="0"/>
                  </a:cubicBezTo>
                  <a:lnTo>
                    <a:pt x="211" y="17"/>
                  </a:lnTo>
                  <a:cubicBezTo>
                    <a:pt x="100" y="34"/>
                    <a:pt x="16" y="132"/>
                    <a:pt x="16" y="244"/>
                  </a:cubicBezTo>
                  <a:cubicBezTo>
                    <a:pt x="16" y="371"/>
                    <a:pt x="119" y="474"/>
                    <a:pt x="246" y="474"/>
                  </a:cubicBezTo>
                  <a:lnTo>
                    <a:pt x="298" y="474"/>
                  </a:lnTo>
                  <a:lnTo>
                    <a:pt x="298" y="49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787">
              <a:extLst>
                <a:ext uri="{FF2B5EF4-FFF2-40B4-BE49-F238E27FC236}">
                  <a16:creationId xmlns:a16="http://schemas.microsoft.com/office/drawing/2014/main" id="{063DCE42-40EE-F79A-BB14-84E06DF97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5251" y="4643439"/>
              <a:ext cx="47625" cy="76200"/>
            </a:xfrm>
            <a:custGeom>
              <a:avLst/>
              <a:gdLst>
                <a:gd name="T0" fmla="*/ 5 w 30"/>
                <a:gd name="T1" fmla="*/ 48 h 48"/>
                <a:gd name="T2" fmla="*/ 0 w 30"/>
                <a:gd name="T3" fmla="*/ 43 h 48"/>
                <a:gd name="T4" fmla="*/ 18 w 30"/>
                <a:gd name="T5" fmla="*/ 24 h 48"/>
                <a:gd name="T6" fmla="*/ 0 w 30"/>
                <a:gd name="T7" fmla="*/ 5 h 48"/>
                <a:gd name="T8" fmla="*/ 5 w 30"/>
                <a:gd name="T9" fmla="*/ 0 h 48"/>
                <a:gd name="T10" fmla="*/ 30 w 30"/>
                <a:gd name="T11" fmla="*/ 24 h 48"/>
                <a:gd name="T12" fmla="*/ 5 w 30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5" y="48"/>
                  </a:moveTo>
                  <a:lnTo>
                    <a:pt x="0" y="43"/>
                  </a:lnTo>
                  <a:lnTo>
                    <a:pt x="18" y="24"/>
                  </a:lnTo>
                  <a:lnTo>
                    <a:pt x="0" y="5"/>
                  </a:lnTo>
                  <a:lnTo>
                    <a:pt x="5" y="0"/>
                  </a:lnTo>
                  <a:lnTo>
                    <a:pt x="30" y="24"/>
                  </a:lnTo>
                  <a:lnTo>
                    <a:pt x="5" y="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788">
              <a:extLst>
                <a:ext uri="{FF2B5EF4-FFF2-40B4-BE49-F238E27FC236}">
                  <a16:creationId xmlns:a16="http://schemas.microsoft.com/office/drawing/2014/main" id="{60DC2EF0-DFEC-2020-F690-0B4A9CBED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6201" y="4443414"/>
              <a:ext cx="74613" cy="112713"/>
            </a:xfrm>
            <a:custGeom>
              <a:avLst/>
              <a:gdLst>
                <a:gd name="T0" fmla="*/ 48 w 96"/>
                <a:gd name="T1" fmla="*/ 149 h 149"/>
                <a:gd name="T2" fmla="*/ 0 w 96"/>
                <a:gd name="T3" fmla="*/ 107 h 149"/>
                <a:gd name="T4" fmla="*/ 0 w 96"/>
                <a:gd name="T5" fmla="*/ 99 h 149"/>
                <a:gd name="T6" fmla="*/ 17 w 96"/>
                <a:gd name="T7" fmla="*/ 99 h 149"/>
                <a:gd name="T8" fmla="*/ 17 w 96"/>
                <a:gd name="T9" fmla="*/ 107 h 149"/>
                <a:gd name="T10" fmla="*/ 48 w 96"/>
                <a:gd name="T11" fmla="*/ 132 h 149"/>
                <a:gd name="T12" fmla="*/ 79 w 96"/>
                <a:gd name="T13" fmla="*/ 107 h 149"/>
                <a:gd name="T14" fmla="*/ 48 w 96"/>
                <a:gd name="T15" fmla="*/ 83 h 149"/>
                <a:gd name="T16" fmla="*/ 0 w 96"/>
                <a:gd name="T17" fmla="*/ 41 h 149"/>
                <a:gd name="T18" fmla="*/ 48 w 96"/>
                <a:gd name="T19" fmla="*/ 0 h 149"/>
                <a:gd name="T20" fmla="*/ 96 w 96"/>
                <a:gd name="T21" fmla="*/ 41 h 149"/>
                <a:gd name="T22" fmla="*/ 96 w 96"/>
                <a:gd name="T23" fmla="*/ 50 h 149"/>
                <a:gd name="T24" fmla="*/ 79 w 96"/>
                <a:gd name="T25" fmla="*/ 50 h 149"/>
                <a:gd name="T26" fmla="*/ 79 w 96"/>
                <a:gd name="T27" fmla="*/ 41 h 149"/>
                <a:gd name="T28" fmla="*/ 48 w 96"/>
                <a:gd name="T29" fmla="*/ 17 h 149"/>
                <a:gd name="T30" fmla="*/ 17 w 96"/>
                <a:gd name="T31" fmla="*/ 41 h 149"/>
                <a:gd name="T32" fmla="*/ 48 w 96"/>
                <a:gd name="T33" fmla="*/ 66 h 149"/>
                <a:gd name="T34" fmla="*/ 96 w 96"/>
                <a:gd name="T35" fmla="*/ 107 h 149"/>
                <a:gd name="T36" fmla="*/ 48 w 96"/>
                <a:gd name="T3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149">
                  <a:moveTo>
                    <a:pt x="48" y="149"/>
                  </a:moveTo>
                  <a:cubicBezTo>
                    <a:pt x="22" y="149"/>
                    <a:pt x="0" y="130"/>
                    <a:pt x="0" y="107"/>
                  </a:cubicBezTo>
                  <a:lnTo>
                    <a:pt x="0" y="99"/>
                  </a:lnTo>
                  <a:lnTo>
                    <a:pt x="17" y="99"/>
                  </a:lnTo>
                  <a:lnTo>
                    <a:pt x="17" y="107"/>
                  </a:lnTo>
                  <a:cubicBezTo>
                    <a:pt x="17" y="121"/>
                    <a:pt x="31" y="132"/>
                    <a:pt x="48" y="132"/>
                  </a:cubicBezTo>
                  <a:cubicBezTo>
                    <a:pt x="65" y="132"/>
                    <a:pt x="79" y="121"/>
                    <a:pt x="79" y="107"/>
                  </a:cubicBezTo>
                  <a:cubicBezTo>
                    <a:pt x="79" y="92"/>
                    <a:pt x="67" y="83"/>
                    <a:pt x="48" y="83"/>
                  </a:cubicBezTo>
                  <a:cubicBezTo>
                    <a:pt x="15" y="83"/>
                    <a:pt x="0" y="62"/>
                    <a:pt x="0" y="41"/>
                  </a:cubicBezTo>
                  <a:cubicBezTo>
                    <a:pt x="0" y="18"/>
                    <a:pt x="22" y="0"/>
                    <a:pt x="48" y="0"/>
                  </a:cubicBezTo>
                  <a:cubicBezTo>
                    <a:pt x="74" y="0"/>
                    <a:pt x="96" y="18"/>
                    <a:pt x="96" y="41"/>
                  </a:cubicBezTo>
                  <a:lnTo>
                    <a:pt x="96" y="50"/>
                  </a:lnTo>
                  <a:lnTo>
                    <a:pt x="79" y="50"/>
                  </a:lnTo>
                  <a:lnTo>
                    <a:pt x="79" y="41"/>
                  </a:lnTo>
                  <a:cubicBezTo>
                    <a:pt x="79" y="28"/>
                    <a:pt x="65" y="17"/>
                    <a:pt x="48" y="17"/>
                  </a:cubicBezTo>
                  <a:cubicBezTo>
                    <a:pt x="31" y="17"/>
                    <a:pt x="17" y="28"/>
                    <a:pt x="17" y="41"/>
                  </a:cubicBezTo>
                  <a:cubicBezTo>
                    <a:pt x="17" y="57"/>
                    <a:pt x="28" y="66"/>
                    <a:pt x="48" y="66"/>
                  </a:cubicBezTo>
                  <a:cubicBezTo>
                    <a:pt x="76" y="66"/>
                    <a:pt x="96" y="83"/>
                    <a:pt x="96" y="107"/>
                  </a:cubicBezTo>
                  <a:cubicBezTo>
                    <a:pt x="96" y="130"/>
                    <a:pt x="74" y="149"/>
                    <a:pt x="48" y="14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Rectangle 789">
              <a:extLst>
                <a:ext uri="{FF2B5EF4-FFF2-40B4-BE49-F238E27FC236}">
                  <a16:creationId xmlns:a16="http://schemas.microsoft.com/office/drawing/2014/main" id="{7DC1CFD5-D761-183D-20C4-21C3643B7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951" y="4424364"/>
              <a:ext cx="11113" cy="285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Rectangle 790">
              <a:extLst>
                <a:ext uri="{FF2B5EF4-FFF2-40B4-BE49-F238E27FC236}">
                  <a16:creationId xmlns:a16="http://schemas.microsoft.com/office/drawing/2014/main" id="{28969C4D-4579-993C-5686-BE06D9A4A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951" y="4546601"/>
              <a:ext cx="11113" cy="285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791">
              <a:extLst>
                <a:ext uri="{FF2B5EF4-FFF2-40B4-BE49-F238E27FC236}">
                  <a16:creationId xmlns:a16="http://schemas.microsoft.com/office/drawing/2014/main" id="{6919D7D6-EAA2-597D-4422-2D15731CE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8889" y="4381501"/>
              <a:ext cx="249238" cy="234950"/>
            </a:xfrm>
            <a:custGeom>
              <a:avLst/>
              <a:gdLst>
                <a:gd name="T0" fmla="*/ 163 w 326"/>
                <a:gd name="T1" fmla="*/ 17 h 308"/>
                <a:gd name="T2" fmla="*/ 17 w 326"/>
                <a:gd name="T3" fmla="*/ 154 h 308"/>
                <a:gd name="T4" fmla="*/ 163 w 326"/>
                <a:gd name="T5" fmla="*/ 292 h 308"/>
                <a:gd name="T6" fmla="*/ 309 w 326"/>
                <a:gd name="T7" fmla="*/ 154 h 308"/>
                <a:gd name="T8" fmla="*/ 163 w 326"/>
                <a:gd name="T9" fmla="*/ 17 h 308"/>
                <a:gd name="T10" fmla="*/ 163 w 326"/>
                <a:gd name="T11" fmla="*/ 308 h 308"/>
                <a:gd name="T12" fmla="*/ 0 w 326"/>
                <a:gd name="T13" fmla="*/ 154 h 308"/>
                <a:gd name="T14" fmla="*/ 163 w 326"/>
                <a:gd name="T15" fmla="*/ 0 h 308"/>
                <a:gd name="T16" fmla="*/ 326 w 326"/>
                <a:gd name="T17" fmla="*/ 154 h 308"/>
                <a:gd name="T18" fmla="*/ 163 w 326"/>
                <a:gd name="T19" fmla="*/ 30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6" h="308">
                  <a:moveTo>
                    <a:pt x="163" y="17"/>
                  </a:moveTo>
                  <a:cubicBezTo>
                    <a:pt x="82" y="17"/>
                    <a:pt x="17" y="78"/>
                    <a:pt x="17" y="154"/>
                  </a:cubicBezTo>
                  <a:cubicBezTo>
                    <a:pt x="17" y="230"/>
                    <a:pt x="82" y="292"/>
                    <a:pt x="163" y="292"/>
                  </a:cubicBezTo>
                  <a:cubicBezTo>
                    <a:pt x="244" y="292"/>
                    <a:pt x="309" y="230"/>
                    <a:pt x="309" y="154"/>
                  </a:cubicBezTo>
                  <a:cubicBezTo>
                    <a:pt x="309" y="78"/>
                    <a:pt x="244" y="17"/>
                    <a:pt x="163" y="17"/>
                  </a:cubicBezTo>
                  <a:close/>
                  <a:moveTo>
                    <a:pt x="163" y="308"/>
                  </a:moveTo>
                  <a:cubicBezTo>
                    <a:pt x="73" y="308"/>
                    <a:pt x="0" y="239"/>
                    <a:pt x="0" y="154"/>
                  </a:cubicBezTo>
                  <a:cubicBezTo>
                    <a:pt x="0" y="69"/>
                    <a:pt x="73" y="0"/>
                    <a:pt x="163" y="0"/>
                  </a:cubicBezTo>
                  <a:cubicBezTo>
                    <a:pt x="253" y="0"/>
                    <a:pt x="326" y="69"/>
                    <a:pt x="326" y="154"/>
                  </a:cubicBezTo>
                  <a:cubicBezTo>
                    <a:pt x="326" y="239"/>
                    <a:pt x="253" y="308"/>
                    <a:pt x="163" y="30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9" name="Titre 2">
            <a:extLst>
              <a:ext uri="{FF2B5EF4-FFF2-40B4-BE49-F238E27FC236}">
                <a16:creationId xmlns:a16="http://schemas.microsoft.com/office/drawing/2014/main" id="{DC0A4BBD-0404-5D0D-19CF-4524C0F26DD0}"/>
              </a:ext>
            </a:extLst>
          </p:cNvPr>
          <p:cNvSpPr txBox="1">
            <a:spLocks/>
          </p:cNvSpPr>
          <p:nvPr/>
        </p:nvSpPr>
        <p:spPr>
          <a:xfrm>
            <a:off x="7304603" y="1535721"/>
            <a:ext cx="2526729" cy="517065"/>
          </a:xfrm>
          <a:prstGeom prst="rect">
            <a:avLst/>
          </a:prstGeom>
        </p:spPr>
        <p:txBody>
          <a:bodyPr vert="horz" wrap="square" lIns="0" tIns="0" rIns="91440" bIns="0" rtlCol="0" anchor="t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sz="2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>
                <a:solidFill>
                  <a:schemeClr val="accent1"/>
                </a:solidFill>
              </a:rPr>
              <a:t>Grandes villes</a:t>
            </a:r>
          </a:p>
          <a:p>
            <a:pPr algn="ctr"/>
            <a:r>
              <a:rPr lang="fr-FR" sz="1400" dirty="0"/>
              <a:t>(VILLES avec les taux de population les plus élevés)</a:t>
            </a:r>
          </a:p>
        </p:txBody>
      </p:sp>
    </p:spTree>
    <p:extLst>
      <p:ext uri="{BB962C8B-B14F-4D97-AF65-F5344CB8AC3E}">
        <p14:creationId xmlns:p14="http://schemas.microsoft.com/office/powerpoint/2010/main" val="188323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AF0BF-F0F3-D8EB-473E-FDB2B088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D892DAE-A621-C494-82EA-11D19E93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5954560" cy="456533"/>
          </a:xfrm>
        </p:spPr>
        <p:txBody>
          <a:bodyPr vert="horz" lIns="0" tIns="0" rIns="91440" bIns="0" rtlCol="0" anchor="t">
            <a:normAutofit/>
          </a:bodyPr>
          <a:lstStyle/>
          <a:p>
            <a:r>
              <a:rPr lang="fr-FR" dirty="0"/>
              <a:t>Le rôle de l’état : le bouclier social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0BA3D3C-99F2-55EC-4F53-F9F10182E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4" y="613900"/>
            <a:ext cx="4440391" cy="369883"/>
          </a:xfrm>
        </p:spPr>
        <p:txBody>
          <a:bodyPr wrap="square" lIns="0" tIns="0" rIns="0" bIns="0">
            <a:normAutofit/>
          </a:bodyPr>
          <a:lstStyle/>
          <a:p>
            <a:pPr>
              <a:spcAft>
                <a:spcPts val="600"/>
              </a:spcAft>
            </a:pPr>
            <a:r>
              <a:rPr lang="fr-FR" kern="1200" cap="all" baseline="0" dirty="0">
                <a:ea typeface="+mn-ea"/>
                <a:cs typeface="+mn-cs"/>
              </a:rPr>
              <a:t>— </a:t>
            </a:r>
            <a:r>
              <a:rPr lang="fr-FR" dirty="0"/>
              <a:t>Métropole vs Outre-mer</a:t>
            </a:r>
            <a:r>
              <a:rPr lang="fr-FR" kern="1200" cap="all" baseline="0" dirty="0">
                <a:ea typeface="+mn-ea"/>
                <a:cs typeface="+mn-cs"/>
              </a:rPr>
              <a:t> </a:t>
            </a:r>
          </a:p>
        </p:txBody>
      </p:sp>
      <p:sp>
        <p:nvSpPr>
          <p:cNvPr id="14" name="Espace réservé du pied de page 6">
            <a:extLst>
              <a:ext uri="{FF2B5EF4-FFF2-40B4-BE49-F238E27FC236}">
                <a16:creationId xmlns:a16="http://schemas.microsoft.com/office/drawing/2014/main" id="{89F3BC25-009D-2772-336D-0F78C0D01A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162300" y="6570525"/>
            <a:ext cx="4114800" cy="184666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fr-FR" kern="1200" dirty="0">
                <a:ea typeface="+mn-ea"/>
                <a:cs typeface="+mn-cs"/>
              </a:rPr>
              <a:t>9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96E18AB-1A5E-FFE7-8AF2-2E3D1E4F465A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10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2987AC90-220B-AD0E-B58E-012B359BB50F}"/>
              </a:ext>
            </a:extLst>
          </p:cNvPr>
          <p:cNvSpPr/>
          <p:nvPr/>
        </p:nvSpPr>
        <p:spPr>
          <a:xfrm>
            <a:off x="640080" y="1325880"/>
            <a:ext cx="5394960" cy="327152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B6FD2CA-3B79-07CF-B018-E3994C090992}"/>
              </a:ext>
            </a:extLst>
          </p:cNvPr>
          <p:cNvSpPr/>
          <p:nvPr/>
        </p:nvSpPr>
        <p:spPr>
          <a:xfrm>
            <a:off x="822960" y="1527048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03ECB3D-6ECA-0DF4-1094-6E67457E67CA}"/>
              </a:ext>
            </a:extLst>
          </p:cNvPr>
          <p:cNvSpPr/>
          <p:nvPr/>
        </p:nvSpPr>
        <p:spPr>
          <a:xfrm>
            <a:off x="969264" y="163677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66CC"/>
                </a:solidFill>
              </a:rPr>
              <a:t>Dom-Tom</a:t>
            </a:r>
            <a:endParaRPr lang="en-US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2BCDDD0-CE20-DE51-78CC-BDCF4BBA29E7}"/>
              </a:ext>
            </a:extLst>
          </p:cNvPr>
          <p:cNvSpPr/>
          <p:nvPr/>
        </p:nvSpPr>
        <p:spPr>
          <a:xfrm>
            <a:off x="950976" y="2331720"/>
            <a:ext cx="1417320" cy="1828800"/>
          </a:xfrm>
          <a:prstGeom prst="roundRect">
            <a:avLst>
              <a:gd name="adj" fmla="val 3871"/>
            </a:avLst>
          </a:prstGeom>
          <a:solidFill>
            <a:srgbClr val="F4F8FF"/>
          </a:solidFill>
          <a:ln w="1270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fr-FR" sz="110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A8F325B-C275-E44A-FBD2-F7F180F2480C}"/>
              </a:ext>
            </a:extLst>
          </p:cNvPr>
          <p:cNvSpPr/>
          <p:nvPr/>
        </p:nvSpPr>
        <p:spPr>
          <a:xfrm>
            <a:off x="1044432" y="2519614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Tranche de Revenue</a:t>
            </a:r>
            <a:endParaRPr lang="en-US" sz="1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807516E-1F43-2C15-0760-37464C3D55BF}"/>
              </a:ext>
            </a:extLst>
          </p:cNvPr>
          <p:cNvSpPr/>
          <p:nvPr/>
        </p:nvSpPr>
        <p:spPr>
          <a:xfrm>
            <a:off x="996696" y="297730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66CC"/>
                </a:solidFill>
                <a:ea typeface="Aptos Display" pitchFamily="34" charset="-122"/>
                <a:cs typeface="Aptos Display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5A33F5D-CACC-BD45-8D1F-33EFB4EBFAE4}"/>
              </a:ext>
            </a:extLst>
          </p:cNvPr>
          <p:cNvSpPr/>
          <p:nvPr/>
        </p:nvSpPr>
        <p:spPr>
          <a:xfrm>
            <a:off x="1024128" y="3519063"/>
            <a:ext cx="1271016" cy="5400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Tranche de revenue médiane 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EA4404E7-A52F-1215-D3FF-1E93DA24435E}"/>
              </a:ext>
            </a:extLst>
          </p:cNvPr>
          <p:cNvSpPr/>
          <p:nvPr/>
        </p:nvSpPr>
        <p:spPr>
          <a:xfrm>
            <a:off x="2578608" y="2331720"/>
            <a:ext cx="1417320" cy="1828800"/>
          </a:xfrm>
          <a:prstGeom prst="roundRect">
            <a:avLst>
              <a:gd name="adj" fmla="val 3871"/>
            </a:avLst>
          </a:prstGeom>
          <a:solidFill>
            <a:srgbClr val="F4F8FF"/>
          </a:solidFill>
          <a:ln w="1270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E703924-C68A-F95A-1364-6158FE98A6AE}"/>
              </a:ext>
            </a:extLst>
          </p:cNvPr>
          <p:cNvSpPr/>
          <p:nvPr/>
        </p:nvSpPr>
        <p:spPr>
          <a:xfrm>
            <a:off x="2505456" y="2400730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dirty="0"/>
              <a:t>Dépenses de Fonctionnement 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54BE665-4E80-000C-D295-D5853B0E7AD9}"/>
              </a:ext>
            </a:extLst>
          </p:cNvPr>
          <p:cNvSpPr/>
          <p:nvPr/>
        </p:nvSpPr>
        <p:spPr>
          <a:xfrm>
            <a:off x="2624328" y="297730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66CC"/>
                </a:solidFill>
                <a:ea typeface="Aptos Display" pitchFamily="34" charset="-122"/>
                <a:cs typeface="Aptos Display" pitchFamily="34" charset="-120"/>
              </a:rPr>
              <a:t>1423</a:t>
            </a:r>
            <a:endParaRPr lang="en-US" sz="3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4F700D3-799A-0232-B846-C7DF139E687C}"/>
              </a:ext>
            </a:extLst>
          </p:cNvPr>
          <p:cNvSpPr/>
          <p:nvPr/>
        </p:nvSpPr>
        <p:spPr>
          <a:xfrm>
            <a:off x="2651760" y="3538727"/>
            <a:ext cx="1271016" cy="4703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fontAlgn="ctr">
              <a:buNone/>
            </a:pPr>
            <a:r>
              <a:rPr lang="fr-FR" sz="1100" dirty="0"/>
              <a:t>Dépenses médiane / habitant (en € ) </a:t>
            </a:r>
            <a:endParaRPr lang="fr-FR" sz="11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3DC326F-9AF3-A733-6882-B5A908B5713D}"/>
              </a:ext>
            </a:extLst>
          </p:cNvPr>
          <p:cNvSpPr/>
          <p:nvPr/>
        </p:nvSpPr>
        <p:spPr>
          <a:xfrm>
            <a:off x="4206240" y="2331720"/>
            <a:ext cx="1417320" cy="1828800"/>
          </a:xfrm>
          <a:prstGeom prst="roundRect">
            <a:avLst>
              <a:gd name="adj" fmla="val 3871"/>
            </a:avLst>
          </a:prstGeom>
          <a:solidFill>
            <a:srgbClr val="F4F8FF"/>
          </a:solidFill>
          <a:ln w="1270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0B1BA4F-379D-B04F-179B-83D80E987013}"/>
              </a:ext>
            </a:extLst>
          </p:cNvPr>
          <p:cNvSpPr/>
          <p:nvPr/>
        </p:nvSpPr>
        <p:spPr>
          <a:xfrm>
            <a:off x="4279392" y="2478024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dirty="0"/>
              <a:t>Dotation de l'Etat </a:t>
            </a:r>
            <a:endParaRPr lang="en-US" sz="1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2DFB830-1AE7-FF35-5A0E-404F9A4E7C5F}"/>
              </a:ext>
            </a:extLst>
          </p:cNvPr>
          <p:cNvSpPr/>
          <p:nvPr/>
        </p:nvSpPr>
        <p:spPr>
          <a:xfrm>
            <a:off x="4251960" y="297730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66CC"/>
                </a:solidFill>
                <a:ea typeface="Aptos Display" pitchFamily="34" charset="-122"/>
                <a:cs typeface="Aptos Display" pitchFamily="34" charset="-120"/>
              </a:rPr>
              <a:t>225</a:t>
            </a:r>
            <a:endParaRPr lang="en-US" sz="32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35E064F-0537-951D-D3F5-1009CD0B6B19}"/>
              </a:ext>
            </a:extLst>
          </p:cNvPr>
          <p:cNvSpPr/>
          <p:nvPr/>
        </p:nvSpPr>
        <p:spPr>
          <a:xfrm>
            <a:off x="4279392" y="3568224"/>
            <a:ext cx="12710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fontAlgn="ctr">
              <a:buNone/>
            </a:pPr>
            <a:r>
              <a:rPr lang="fr-FR" sz="1100" dirty="0"/>
              <a:t>Dotation médiane / habitant (en € ) </a:t>
            </a:r>
            <a:endParaRPr lang="fr-FR" sz="11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BF8BBA1-3701-9A8B-7CD4-472E1CF97BD8}"/>
              </a:ext>
            </a:extLst>
          </p:cNvPr>
          <p:cNvSpPr/>
          <p:nvPr/>
        </p:nvSpPr>
        <p:spPr>
          <a:xfrm>
            <a:off x="6172200" y="1325880"/>
            <a:ext cx="5394960" cy="327152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B2F10F5C-56BF-BA14-E182-A407B5D3DB11}"/>
              </a:ext>
            </a:extLst>
          </p:cNvPr>
          <p:cNvSpPr/>
          <p:nvPr/>
        </p:nvSpPr>
        <p:spPr>
          <a:xfrm>
            <a:off x="6355080" y="1527048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8FAB0BD-3B92-8B18-AAB8-8A10B94D7205}"/>
              </a:ext>
            </a:extLst>
          </p:cNvPr>
          <p:cNvSpPr/>
          <p:nvPr/>
        </p:nvSpPr>
        <p:spPr>
          <a:xfrm>
            <a:off x="6483096" y="2331720"/>
            <a:ext cx="1417320" cy="1828800"/>
          </a:xfrm>
          <a:prstGeom prst="roundRect">
            <a:avLst>
              <a:gd name="adj" fmla="val 3871"/>
            </a:avLst>
          </a:prstGeom>
          <a:solidFill>
            <a:srgbClr val="F3FBF7"/>
          </a:solidFill>
          <a:ln w="12700">
            <a:solidFill>
              <a:srgbClr val="D7F0E4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95C5923-4168-6FF7-EC95-9EB7439D4782}"/>
              </a:ext>
            </a:extLst>
          </p:cNvPr>
          <p:cNvSpPr/>
          <p:nvPr/>
        </p:nvSpPr>
        <p:spPr>
          <a:xfrm>
            <a:off x="6556248" y="2478024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/>
              <a:t>Tranche de Revenue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C1B811B-DC72-AF77-4F7E-6ECC66DBC8AA}"/>
              </a:ext>
            </a:extLst>
          </p:cNvPr>
          <p:cNvSpPr/>
          <p:nvPr/>
        </p:nvSpPr>
        <p:spPr>
          <a:xfrm>
            <a:off x="6528816" y="297730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E5A"/>
                </a:solidFill>
                <a:ea typeface="Aptos Display" pitchFamily="34" charset="-122"/>
                <a:cs typeface="Aptos Display" pitchFamily="34" charset="-120"/>
              </a:rPr>
              <a:t>1</a:t>
            </a:r>
            <a:endParaRPr lang="en-US" sz="3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A42245C-0441-2864-B709-193DA1CD3209}"/>
              </a:ext>
            </a:extLst>
          </p:cNvPr>
          <p:cNvSpPr/>
          <p:nvPr/>
        </p:nvSpPr>
        <p:spPr>
          <a:xfrm>
            <a:off x="6556248" y="3538728"/>
            <a:ext cx="12710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D6986FA-5AC9-499D-02C9-F882BBE139FB}"/>
              </a:ext>
            </a:extLst>
          </p:cNvPr>
          <p:cNvSpPr/>
          <p:nvPr/>
        </p:nvSpPr>
        <p:spPr>
          <a:xfrm>
            <a:off x="9738360" y="2331720"/>
            <a:ext cx="1417320" cy="1828800"/>
          </a:xfrm>
          <a:prstGeom prst="roundRect">
            <a:avLst>
              <a:gd name="adj" fmla="val 3871"/>
            </a:avLst>
          </a:prstGeom>
          <a:solidFill>
            <a:srgbClr val="F3FBF7"/>
          </a:solidFill>
          <a:ln w="12700">
            <a:solidFill>
              <a:srgbClr val="D7F0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A4B56325-84F9-C746-95EB-9303F7C6627A}"/>
              </a:ext>
            </a:extLst>
          </p:cNvPr>
          <p:cNvSpPr/>
          <p:nvPr/>
        </p:nvSpPr>
        <p:spPr>
          <a:xfrm>
            <a:off x="9811512" y="2478024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dirty="0"/>
              <a:t>Dotation de l'Etat </a:t>
            </a:r>
            <a:endParaRPr lang="en-US" sz="1400" dirty="0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F39929B0-1EB6-C560-6F32-21194D1B17AE}"/>
              </a:ext>
            </a:extLst>
          </p:cNvPr>
          <p:cNvSpPr/>
          <p:nvPr/>
        </p:nvSpPr>
        <p:spPr>
          <a:xfrm>
            <a:off x="9784080" y="297730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E5A"/>
                </a:solidFill>
                <a:ea typeface="Aptos Display" pitchFamily="34" charset="-122"/>
                <a:cs typeface="Aptos Display" pitchFamily="34" charset="-120"/>
              </a:rPr>
              <a:t>162</a:t>
            </a:r>
            <a:endParaRPr lang="en-US" sz="3200" dirty="0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D4711AD1-F6C1-B711-DD16-742109ADE584}"/>
              </a:ext>
            </a:extLst>
          </p:cNvPr>
          <p:cNvSpPr/>
          <p:nvPr/>
        </p:nvSpPr>
        <p:spPr>
          <a:xfrm>
            <a:off x="9811512" y="3568224"/>
            <a:ext cx="12710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fontAlgn="ctr">
              <a:buNone/>
            </a:pPr>
            <a:r>
              <a:rPr lang="fr-FR" sz="1100" dirty="0"/>
              <a:t>Dotation médiane / habitant (en € ) </a:t>
            </a:r>
            <a:endParaRPr lang="fr-FR" sz="11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E922CCD2-F9FF-5567-BF32-BA12309E6BC9}"/>
              </a:ext>
            </a:extLst>
          </p:cNvPr>
          <p:cNvSpPr/>
          <p:nvPr/>
        </p:nvSpPr>
        <p:spPr>
          <a:xfrm>
            <a:off x="6501384" y="163677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8E5A"/>
                </a:solidFill>
              </a:rPr>
              <a:t>Métropole</a:t>
            </a:r>
            <a:endParaRPr lang="en-US" dirty="0"/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A2A27F45-8F30-71EA-E334-D808A18305E0}"/>
              </a:ext>
            </a:extLst>
          </p:cNvPr>
          <p:cNvSpPr/>
          <p:nvPr/>
        </p:nvSpPr>
        <p:spPr>
          <a:xfrm>
            <a:off x="8110728" y="2331720"/>
            <a:ext cx="1417320" cy="1828800"/>
          </a:xfrm>
          <a:prstGeom prst="roundRect">
            <a:avLst>
              <a:gd name="adj" fmla="val 3871"/>
            </a:avLst>
          </a:prstGeom>
          <a:solidFill>
            <a:srgbClr val="F3FBF7"/>
          </a:solidFill>
          <a:ln w="12700">
            <a:solidFill>
              <a:srgbClr val="D7F0E4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C422775B-203E-FE88-0163-6E73ED710C6E}"/>
              </a:ext>
            </a:extLst>
          </p:cNvPr>
          <p:cNvSpPr/>
          <p:nvPr/>
        </p:nvSpPr>
        <p:spPr>
          <a:xfrm>
            <a:off x="8086344" y="2437306"/>
            <a:ext cx="1527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dirty="0"/>
              <a:t>Dépenses de Fonctionnement </a:t>
            </a:r>
            <a:endParaRPr lang="en-US" sz="1400" dirty="0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94603B19-9DA0-BA70-D5E1-8B2B12030675}"/>
              </a:ext>
            </a:extLst>
          </p:cNvPr>
          <p:cNvSpPr/>
          <p:nvPr/>
        </p:nvSpPr>
        <p:spPr>
          <a:xfrm>
            <a:off x="8156448" y="297730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E5A"/>
                </a:solidFill>
                <a:ea typeface="Aptos Display" pitchFamily="34" charset="-122"/>
                <a:cs typeface="Aptos Display" pitchFamily="34" charset="-120"/>
              </a:rPr>
              <a:t>689</a:t>
            </a:r>
            <a:endParaRPr lang="en-US" sz="3200" dirty="0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B5415129-11DF-473A-5767-74F2AD972284}"/>
              </a:ext>
            </a:extLst>
          </p:cNvPr>
          <p:cNvSpPr/>
          <p:nvPr/>
        </p:nvSpPr>
        <p:spPr>
          <a:xfrm>
            <a:off x="8183880" y="3558392"/>
            <a:ext cx="12710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fontAlgn="ctr">
              <a:buNone/>
            </a:pPr>
            <a:r>
              <a:rPr lang="fr-FR" sz="1100" dirty="0"/>
              <a:t>Dépenses médiane / habitant (en € ) </a:t>
            </a:r>
            <a:endParaRPr lang="fr-FR" sz="11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49FA7084-D1BC-EF5A-EEC2-D7F6831C6B54}"/>
              </a:ext>
            </a:extLst>
          </p:cNvPr>
          <p:cNvSpPr txBox="1"/>
          <p:nvPr/>
        </p:nvSpPr>
        <p:spPr>
          <a:xfrm>
            <a:off x="883285" y="4841464"/>
            <a:ext cx="108243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À richesse égale, une commune d'Outre-mer dépense deux fois plus qu'une commune de Métropole.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Ce décalage n'est pas un problème de gestion, mais une réalité géographique : les communes d’Outre-Mer sont 20 fois plus peuplées et subissent le coût de la majoration de salaire des agents locaux (+25% à +40% selon le territoire).</a:t>
            </a:r>
            <a:endParaRPr lang="en-US" sz="16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A20F96A0-E847-7D39-E245-01D02EC576B6}"/>
              </a:ext>
            </a:extLst>
          </p:cNvPr>
          <p:cNvSpPr/>
          <p:nvPr/>
        </p:nvSpPr>
        <p:spPr>
          <a:xfrm>
            <a:off x="6570800" y="3491041"/>
            <a:ext cx="1271016" cy="5400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Tranche de revenue médiane </a:t>
            </a:r>
          </a:p>
        </p:txBody>
      </p:sp>
    </p:spTree>
    <p:extLst>
      <p:ext uri="{BB962C8B-B14F-4D97-AF65-F5344CB8AC3E}">
        <p14:creationId xmlns:p14="http://schemas.microsoft.com/office/powerpoint/2010/main" val="777994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0D000-F29F-2A71-DADD-7ADC0FB5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6">
            <a:extLst>
              <a:ext uri="{FF2B5EF4-FFF2-40B4-BE49-F238E27FC236}">
                <a16:creationId xmlns:a16="http://schemas.microsoft.com/office/drawing/2014/main" id="{79ECBEDA-CCE0-3A58-70E8-B89ED3EE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568" y="4386065"/>
            <a:ext cx="8391432" cy="643253"/>
          </a:xfrm>
        </p:spPr>
        <p:txBody>
          <a:bodyPr/>
          <a:lstStyle/>
          <a:p>
            <a:r>
              <a:rPr lang="fr-FR" sz="66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54C6072E-1AC0-0369-E190-980FB9C25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8000" y="-41637"/>
            <a:ext cx="2218750" cy="2169825"/>
          </a:xfrm>
        </p:spPr>
        <p:txBody>
          <a:bodyPr/>
          <a:lstStyle/>
          <a:p>
            <a:r>
              <a:rPr lang="fr-FR"/>
              <a:t>03</a:t>
            </a:r>
          </a:p>
        </p:txBody>
      </p:sp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2468C2CD-154A-9E63-D30A-95088DE840D7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36974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9BFB-DCF6-8FB5-23A9-62374537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DAFEF78-0CA4-9BAB-2B71-11F7C16D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27" y="398001"/>
            <a:ext cx="10810874" cy="246221"/>
          </a:xfrm>
        </p:spPr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4A4D6B-1EDC-365F-8F0F-7EF1E814F5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525" y="613900"/>
            <a:ext cx="10810862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FR"/>
              <a:t>— DÉFINITION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040122B-2747-2513-36C6-F8EAC245BF30}"/>
              </a:ext>
            </a:extLst>
          </p:cNvPr>
          <p:cNvSpPr txBox="1"/>
          <p:nvPr/>
        </p:nvSpPr>
        <p:spPr>
          <a:xfrm>
            <a:off x="750000" y="1607848"/>
            <a:ext cx="10612267" cy="147732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Le Bouclier Social de l’état fonctionne : le morcellement de notre territoire crée d'immenses déserts fiscaux. Sans l'intervention de l'État (la dotation) pour compenser la faiblesse des impôts locaux, la majorité des villes populaires feraient faillite.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fr-FR" sz="1600" dirty="0"/>
              <a:t>La géographie dicte le budget : la mer, la montagne ou l'insularité imposent des </a:t>
            </a:r>
            <a:r>
              <a:rPr lang="fr-FR" sz="1600"/>
              <a:t>contraintes (</a:t>
            </a:r>
            <a:r>
              <a:rPr lang="fr-FR" sz="1600" dirty="0"/>
              <a:t>dimensionnement des infrastructures, majoration des salaires) qui peuvent doubler, voire tripler, les dépenses quotidiennes d'une mairie.</a:t>
            </a:r>
            <a:endParaRPr lang="en-US" sz="16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2DDA39A-1F95-00EC-B3A7-D864E15C5942}"/>
              </a:ext>
            </a:extLst>
          </p:cNvPr>
          <p:cNvSpPr txBox="1"/>
          <p:nvPr/>
        </p:nvSpPr>
        <p:spPr>
          <a:xfrm>
            <a:off x="750000" y="1076020"/>
            <a:ext cx="1107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Comment l’argent est-il redistribué à l'échelle de nos communes pour corriger les inégalités de richesse ?</a:t>
            </a:r>
          </a:p>
        </p:txBody>
      </p:sp>
      <p:sp>
        <p:nvSpPr>
          <p:cNvPr id="12" name="Espace réservé du pied de page 6">
            <a:extLst>
              <a:ext uri="{FF2B5EF4-FFF2-40B4-BE49-F238E27FC236}">
                <a16:creationId xmlns:a16="http://schemas.microsoft.com/office/drawing/2014/main" id="{BE6250AA-438C-05D1-9869-6E3A054841F9}"/>
              </a:ext>
            </a:extLst>
          </p:cNvPr>
          <p:cNvSpPr txBox="1">
            <a:spLocks/>
          </p:cNvSpPr>
          <p:nvPr/>
        </p:nvSpPr>
        <p:spPr>
          <a:xfrm>
            <a:off x="6111125" y="6507000"/>
            <a:ext cx="4114800" cy="21544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90084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OBILIZE">
      <a:dk1>
        <a:sysClr val="windowText" lastClr="000000"/>
      </a:dk1>
      <a:lt1>
        <a:sysClr val="window" lastClr="FFFFFF"/>
      </a:lt1>
      <a:dk2>
        <a:srgbClr val="282828"/>
      </a:dk2>
      <a:lt2>
        <a:srgbClr val="BEBEBE"/>
      </a:lt2>
      <a:accent1>
        <a:srgbClr val="F84300"/>
      </a:accent1>
      <a:accent2>
        <a:srgbClr val="6437FF"/>
      </a:accent2>
      <a:accent3>
        <a:srgbClr val="0096FF"/>
      </a:accent3>
      <a:accent4>
        <a:srgbClr val="00E6B9"/>
      </a:accent4>
      <a:accent5>
        <a:srgbClr val="FF3CF0"/>
      </a:accent5>
      <a:accent6>
        <a:srgbClr val="FFE600"/>
      </a:accent6>
      <a:hlink>
        <a:srgbClr val="FFFFFF"/>
      </a:hlink>
      <a:folHlink>
        <a:srgbClr val="1E1E1E"/>
      </a:folHlink>
    </a:clrScheme>
    <a:fontScheme name="Mobilize">
      <a:majorFont>
        <a:latin typeface="MBLZ Title"/>
        <a:ea typeface=""/>
        <a:cs typeface=""/>
      </a:majorFont>
      <a:minorFont>
        <a:latin typeface="MBLZ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OBILIZE">
    <a:dk1>
      <a:sysClr val="windowText" lastClr="000000"/>
    </a:dk1>
    <a:lt1>
      <a:sysClr val="window" lastClr="FFFFFF"/>
    </a:lt1>
    <a:dk2>
      <a:srgbClr val="282828"/>
    </a:dk2>
    <a:lt2>
      <a:srgbClr val="BEBEBE"/>
    </a:lt2>
    <a:accent1>
      <a:srgbClr val="F84300"/>
    </a:accent1>
    <a:accent2>
      <a:srgbClr val="6437FF"/>
    </a:accent2>
    <a:accent3>
      <a:srgbClr val="0096FF"/>
    </a:accent3>
    <a:accent4>
      <a:srgbClr val="00E6B9"/>
    </a:accent4>
    <a:accent5>
      <a:srgbClr val="FF3CF0"/>
    </a:accent5>
    <a:accent6>
      <a:srgbClr val="FFE600"/>
    </a:accent6>
    <a:hlink>
      <a:srgbClr val="FFFFFF"/>
    </a:hlink>
    <a:folHlink>
      <a:srgbClr val="1E1E1E"/>
    </a:folHlink>
  </a:clrScheme>
</a:themeOverride>
</file>

<file path=ppt/theme/themeOverride2.xml><?xml version="1.0" encoding="utf-8"?>
<a:themeOverride xmlns:a="http://schemas.openxmlformats.org/drawingml/2006/main">
  <a:clrScheme name="MOBILIZE">
    <a:dk1>
      <a:sysClr val="windowText" lastClr="000000"/>
    </a:dk1>
    <a:lt1>
      <a:sysClr val="window" lastClr="FFFFFF"/>
    </a:lt1>
    <a:dk2>
      <a:srgbClr val="282828"/>
    </a:dk2>
    <a:lt2>
      <a:srgbClr val="BEBEBE"/>
    </a:lt2>
    <a:accent1>
      <a:srgbClr val="F84300"/>
    </a:accent1>
    <a:accent2>
      <a:srgbClr val="6437FF"/>
    </a:accent2>
    <a:accent3>
      <a:srgbClr val="0096FF"/>
    </a:accent3>
    <a:accent4>
      <a:srgbClr val="00E6B9"/>
    </a:accent4>
    <a:accent5>
      <a:srgbClr val="FF3CF0"/>
    </a:accent5>
    <a:accent6>
      <a:srgbClr val="FFE600"/>
    </a:accent6>
    <a:hlink>
      <a:srgbClr val="FFFFFF"/>
    </a:hlink>
    <a:folHlink>
      <a:srgbClr val="1E1E1E"/>
    </a:folHlink>
  </a:clrScheme>
</a:themeOverride>
</file>

<file path=ppt/theme/themeOverride3.xml><?xml version="1.0" encoding="utf-8"?>
<a:themeOverride xmlns:a="http://schemas.openxmlformats.org/drawingml/2006/main">
  <a:clrScheme name="MOBILIZE">
    <a:dk1>
      <a:sysClr val="windowText" lastClr="000000"/>
    </a:dk1>
    <a:lt1>
      <a:sysClr val="window" lastClr="FFFFFF"/>
    </a:lt1>
    <a:dk2>
      <a:srgbClr val="282828"/>
    </a:dk2>
    <a:lt2>
      <a:srgbClr val="BEBEBE"/>
    </a:lt2>
    <a:accent1>
      <a:srgbClr val="F84300"/>
    </a:accent1>
    <a:accent2>
      <a:srgbClr val="6437FF"/>
    </a:accent2>
    <a:accent3>
      <a:srgbClr val="0096FF"/>
    </a:accent3>
    <a:accent4>
      <a:srgbClr val="00E6B9"/>
    </a:accent4>
    <a:accent5>
      <a:srgbClr val="FF3CF0"/>
    </a:accent5>
    <a:accent6>
      <a:srgbClr val="FFE600"/>
    </a:accent6>
    <a:hlink>
      <a:srgbClr val="FFFFFF"/>
    </a:hlink>
    <a:folHlink>
      <a:srgbClr val="1E1E1E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9f2bbd-8f53-4a79-af6b-5c8ab5d72c87">
      <Terms xmlns="http://schemas.microsoft.com/office/infopath/2007/PartnerControls"/>
    </lcf76f155ced4ddcb4097134ff3c332f>
    <TaxCatchAll xmlns="1dfc0943-0169-49eb-8a4c-9ca6b5244e63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6C18E76B318142A9512F29C49146DE" ma:contentTypeVersion="18" ma:contentTypeDescription="Crée un document." ma:contentTypeScope="" ma:versionID="8829197bca12db91796a469cc3e1f28e">
  <xsd:schema xmlns:xsd="http://www.w3.org/2001/XMLSchema" xmlns:xs="http://www.w3.org/2001/XMLSchema" xmlns:p="http://schemas.microsoft.com/office/2006/metadata/properties" xmlns:ns1="http://schemas.microsoft.com/sharepoint/v3" xmlns:ns2="8d9f2bbd-8f53-4a79-af6b-5c8ab5d72c87" xmlns:ns3="1dfc0943-0169-49eb-8a4c-9ca6b5244e63" targetNamespace="http://schemas.microsoft.com/office/2006/metadata/properties" ma:root="true" ma:fieldsID="16fab19aa767cb8ad2c114750cccf9cd" ns1:_="" ns2:_="" ns3:_="">
    <xsd:import namespace="http://schemas.microsoft.com/sharepoint/v3"/>
    <xsd:import namespace="8d9f2bbd-8f53-4a79-af6b-5c8ab5d72c87"/>
    <xsd:import namespace="1dfc0943-0169-49eb-8a4c-9ca6b5244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9f2bbd-8f53-4a79-af6b-5c8ab5d72c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bbfa71a-d75e-4d15-90e8-ced09d00e4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fc0943-0169-49eb-8a4c-9ca6b5244e6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6d19fa0-9c7c-43a1-bfc9-2b37ad5de7e9}" ma:internalName="TaxCatchAll" ma:showField="CatchAllData" ma:web="1dfc0943-0169-49eb-8a4c-9ca6b5244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0B4107-C041-4887-84CE-5072C7F4E4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9ED45B-0EE8-4304-9588-D4A41F0D10FD}">
  <ds:schemaRefs>
    <ds:schemaRef ds:uri="http://schemas.microsoft.com/office/2006/documentManagement/types"/>
    <ds:schemaRef ds:uri="http://purl.org/dc/terms/"/>
    <ds:schemaRef ds:uri="1dfc0943-0169-49eb-8a4c-9ca6b5244e63"/>
    <ds:schemaRef ds:uri="http://purl.org/dc/dcmitype/"/>
    <ds:schemaRef ds:uri="http://schemas.microsoft.com/sharepoint/v3"/>
    <ds:schemaRef ds:uri="http://www.w3.org/XML/1998/namespace"/>
    <ds:schemaRef ds:uri="http://schemas.microsoft.com/office/2006/metadata/properties"/>
    <ds:schemaRef ds:uri="http://purl.org/dc/elements/1.1/"/>
    <ds:schemaRef ds:uri="8d9f2bbd-8f53-4a79-af6b-5c8ab5d72c87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CED009D-C3AA-435D-9F68-51A1112118C1}">
  <ds:schemaRefs>
    <ds:schemaRef ds:uri="1dfc0943-0169-49eb-8a4c-9ca6b5244e63"/>
    <ds:schemaRef ds:uri="8d9f2bbd-8f53-4a79-af6b-5c8ab5d72c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4497</TotalTime>
  <Words>1162</Words>
  <Application>Microsoft Office PowerPoint</Application>
  <PresentationFormat>Grand écran</PresentationFormat>
  <Paragraphs>211</Paragraphs>
  <Slides>13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MBLZ Bold</vt:lpstr>
      <vt:lpstr>Wingdings</vt:lpstr>
      <vt:lpstr>MBLZ Title</vt:lpstr>
      <vt:lpstr>Arial</vt:lpstr>
      <vt:lpstr>Aptos Display</vt:lpstr>
      <vt:lpstr>Aptos Narrow</vt:lpstr>
      <vt:lpstr>MBLZ text</vt:lpstr>
      <vt:lpstr>MBLZ</vt:lpstr>
      <vt:lpstr>Calibri</vt:lpstr>
      <vt:lpstr>Thème Office</vt:lpstr>
      <vt:lpstr>Analyse des comptes communes françaises</vt:lpstr>
      <vt:lpstr>Présentation PowerPoint</vt:lpstr>
      <vt:lpstr>VUE d’ensemble</vt:lpstr>
      <vt:lpstr>VUE d’ensemble</vt:lpstr>
      <vt:lpstr>VUE d’ensemble</vt:lpstr>
      <vt:lpstr>VUE d’ensemble</vt:lpstr>
      <vt:lpstr>Le rôle de l’état : le bouclier social</vt:lpstr>
      <vt:lpstr>Le rôle de l’état : le bouclier social</vt:lpstr>
      <vt:lpstr>Le rôle de l’état : le bouclier social</vt:lpstr>
      <vt:lpstr>Le rôle de l’état : le bouclier social </vt:lpstr>
      <vt:lpstr>Le rôle de l’état : le bouclier social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Anais Bonder</dc:creator>
  <cp:lastModifiedBy>GAMOUH Imad (renexter)</cp:lastModifiedBy>
  <cp:revision>5</cp:revision>
  <dcterms:created xsi:type="dcterms:W3CDTF">2024-02-18T18:29:59Z</dcterms:created>
  <dcterms:modified xsi:type="dcterms:W3CDTF">2026-06-22T15:13:05Z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0x010100226C18E76B318142A9512F29C49146DE</vt:lpwstr>
  </property>
  <property fmtid="{D5CDD505-2E9C-101B-9397-08002B2CF9AE}" pid="3" name="ClassificationContentMarkingFooterLocations">
    <vt:lpwstr>Thème Office:5\1_Thème Office:5</vt:lpwstr>
  </property>
  <property fmtid="{D5CDD505-2E9C-101B-9397-08002B2CF9AE}" pid="4" name="ClassificationContentMarkingFooterText">
    <vt:lpwstr>Confidential C</vt:lpwstr>
  </property>
  <property fmtid="{D5CDD505-2E9C-101B-9397-08002B2CF9AE}" pid="5" name="MediaServiceImageTags">
    <vt:lpwstr/>
  </property>
</Properties>
</file>